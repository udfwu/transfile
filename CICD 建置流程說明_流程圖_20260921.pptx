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69" r:id="rId2"/>
    <p:sldId id="372" r:id="rId3"/>
    <p:sldId id="373" r:id="rId4"/>
  </p:sldIdLst>
  <p:sldSz cx="10080625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請按這裡移動投影片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zh-TW" sz="2000" b="0" strike="noStrike" spc="-1">
                <a:solidFill>
                  <a:srgbClr val="000000"/>
                </a:solidFill>
                <a:latin typeface="Arial"/>
              </a:rPr>
              <a:t>請按這裡編輯備註格式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&lt;頁首&gt;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&lt;日期/時間&gt;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&lt;頁尾&gt;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FC2A51C-8398-483C-8158-BA6A6830F280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8383714323_0_3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g28383714323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463" y="1143000"/>
            <a:ext cx="45370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8687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8383714323_0_5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3" name="Google Shape;543;g28383714323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0463" y="1143000"/>
            <a:ext cx="45370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8001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AAB0DA4-342D-49C6-B2B6-655664CD2B0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012D011-234C-4140-9163-468CFEB8919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9D29A96-5919-4101-9A9C-D94ADAA581C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4558C7F-12A6-4169-8D6E-98694D1FFD15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8F7D671-B5C0-4C4C-A9F8-3A648EBC7FC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73600"/>
            <a:ext cx="907200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5C7BB1-6826-4526-BE40-4BF29924D5F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FE2AB5-757D-468A-946A-26DB4389572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717D28E-5D8F-42DD-9A45-007F0FCB9B2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865C0BF-DCB6-4447-B8E6-05DF301EAF0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682080"/>
            <a:ext cx="9072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03F6094-DC21-4F05-98BC-4D1B2FFFD07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60452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682080"/>
            <a:ext cx="44269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B9001F-3F88-4467-9E16-177F4440AC0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60452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682080"/>
            <a:ext cx="2921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49AD7C2-8EF5-4748-9538-AF5B02CBCBDF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">
  <p:cSld name="Standard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 rot="10800000" flipH="1">
            <a:off x="0" y="0"/>
            <a:ext cx="10080625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148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315020" y="571500"/>
            <a:ext cx="8505527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BM Plex Sans"/>
              <a:buNone/>
              <a:defRPr sz="2480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315019" y="220980"/>
            <a:ext cx="4536364" cy="2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315011" marR="0" lvl="0" indent="-157505" algn="l" rtl="0">
              <a:lnSpc>
                <a:spcPct val="105000"/>
              </a:lnSpc>
              <a:spcBef>
                <a:spcPts val="827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None/>
              <a:defRPr sz="1102" b="0" i="0" u="none" strike="noStrike" cap="non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630022" marR="0" lvl="1" indent="-227508" algn="l" rtl="0">
              <a:lnSpc>
                <a:spcPct val="105000"/>
              </a:lnSpc>
              <a:spcBef>
                <a:spcPts val="689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erriweather Sans"/>
              <a:buChar char="-"/>
              <a:defRPr sz="1102" b="0" i="0" u="none" strike="noStrike" cap="non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945032" marR="0" lvl="2" indent="-213507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Arial"/>
              <a:buChar char="•"/>
              <a:defRPr sz="1102" b="0" i="0" u="none" strike="noStrike" cap="non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260043" marR="0" lvl="3" indent="-22750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–"/>
              <a:defRPr sz="1102" b="0" i="0" u="none" strike="noStrike" cap="none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1575054" marR="0" lvl="4" indent="-227508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378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1890065" marR="0" lvl="5" indent="-252009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2205076" marR="0" lvl="6" indent="-252009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2520086" marR="0" lvl="7" indent="-25200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2835097" marR="0" lvl="8" indent="-252008" algn="l" rtl="0">
              <a:lnSpc>
                <a:spcPct val="90000"/>
              </a:lnSpc>
              <a:spcBef>
                <a:spcPts val="413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1488" b="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/>
          <p:nvPr/>
        </p:nvSpPr>
        <p:spPr>
          <a:xfrm rot="10800000" flipH="1">
            <a:off x="0" y="50"/>
            <a:ext cx="10082279" cy="125725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</a:pPr>
            <a:endParaRPr sz="1488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5354" y="6515119"/>
            <a:ext cx="390067" cy="190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6899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5"/>
          <a:stretch>
            <a:fillRect t="-965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444120" y="6356520"/>
            <a:ext cx="31896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&lt;頁尾&gt;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7224480" y="6356520"/>
            <a:ext cx="234972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EACF81-1BC1-4AF2-A8E7-62EACB0467D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6356520"/>
            <a:ext cx="234972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&lt;日期/時間&gt;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73600"/>
            <a:ext cx="9072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請按這裡編輯題名文字格式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604520"/>
            <a:ext cx="9072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800" b="0" strike="noStrike" spc="-1">
                <a:solidFill>
                  <a:schemeClr val="dk1"/>
                </a:solidFill>
                <a:latin typeface="Arial"/>
              </a:rPr>
              <a:t>請按這裡編輯大綱文字格式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第二個大綱層次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第三個大綱層次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1800" b="0" strike="noStrike" spc="-1">
                <a:solidFill>
                  <a:schemeClr val="dk1"/>
                </a:solidFill>
                <a:latin typeface="Arial"/>
              </a:rPr>
              <a:t>第四個大綱層次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第五個大綱層次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第六個大綱層次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chemeClr val="dk1"/>
                </a:solidFill>
                <a:latin typeface="Arial"/>
              </a:rPr>
              <a:t>第七個大綱層次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345;p45"/>
          <p:cNvSpPr/>
          <p:nvPr/>
        </p:nvSpPr>
        <p:spPr>
          <a:xfrm>
            <a:off x="257760" y="193680"/>
            <a:ext cx="9008640" cy="579960"/>
          </a:xfrm>
          <a:prstGeom prst="homePlate">
            <a:avLst>
              <a:gd name="adj" fmla="val 50000"/>
            </a:avLst>
          </a:prstGeom>
          <a:solidFill>
            <a:srgbClr val="D80C1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r>
              <a:rPr lang="en-US" altLang="zh-TW" sz="3600" spc="-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DevOps </a:t>
            </a:r>
            <a:r>
              <a:rPr lang="zh-TW" altLang="en-US" sz="3600" spc="-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</a:t>
            </a:r>
            <a:r>
              <a:rPr lang="zh-TW" altLang="en-US" sz="3600" spc="-1" dirty="0" smtClean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</a:t>
            </a:r>
            <a:r>
              <a:rPr lang="en-US" altLang="zh-TW" sz="3600" spc="-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sz="3600" strike="noStrike" spc="-1" dirty="0" smtClean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– </a:t>
            </a:r>
            <a:r>
              <a:rPr lang="en-US" sz="3600" strike="noStrike" spc="-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CICD </a:t>
            </a:r>
            <a:r>
              <a:rPr lang="zh-TW" sz="3600" strike="noStrike" spc="-1" dirty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整體</a:t>
            </a:r>
            <a:r>
              <a:rPr lang="zh-TW" sz="3600" strike="noStrike" spc="-1" dirty="0" smtClean="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</a:t>
            </a:r>
            <a:endParaRPr lang="en-US" sz="3600" strike="noStrike" spc="-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46186" y="858981"/>
            <a:ext cx="9945237" cy="5227783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Google Shape;133;p15"/>
          <p:cNvSpPr/>
          <p:nvPr/>
        </p:nvSpPr>
        <p:spPr>
          <a:xfrm>
            <a:off x="8562526" y="1457691"/>
            <a:ext cx="1147712" cy="771272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6" name="Google Shape;137;p15"/>
          <p:cNvSpPr txBox="1"/>
          <p:nvPr/>
        </p:nvSpPr>
        <p:spPr>
          <a:xfrm>
            <a:off x="9115628" y="352618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2000"/>
            </a:pPr>
            <a:endParaRPr sz="1378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7" name="Google Shape;138;p15"/>
          <p:cNvSpPr/>
          <p:nvPr/>
        </p:nvSpPr>
        <p:spPr>
          <a:xfrm>
            <a:off x="897749" y="1452584"/>
            <a:ext cx="7587917" cy="595665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8" name="Google Shape;139;p15"/>
          <p:cNvSpPr txBox="1"/>
          <p:nvPr/>
        </p:nvSpPr>
        <p:spPr>
          <a:xfrm>
            <a:off x="897749" y="1454874"/>
            <a:ext cx="866083" cy="212093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 dirty="0" err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一般OA網段</a:t>
            </a:r>
            <a:endParaRPr sz="965" b="1" dirty="0">
              <a:solidFill>
                <a:schemeClr val="l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9" name="Google Shape;140;p15"/>
          <p:cNvSpPr/>
          <p:nvPr/>
        </p:nvSpPr>
        <p:spPr>
          <a:xfrm>
            <a:off x="1036770" y="1725580"/>
            <a:ext cx="368748" cy="290824"/>
          </a:xfrm>
          <a:custGeom>
            <a:avLst/>
            <a:gdLst/>
            <a:ahLst/>
            <a:cxnLst/>
            <a:rect l="l" t="t" r="r" b="b"/>
            <a:pathLst>
              <a:path w="112" h="88" extrusionOk="0">
                <a:moveTo>
                  <a:pt x="88" y="70"/>
                </a:moveTo>
                <a:cubicBezTo>
                  <a:pt x="88" y="80"/>
                  <a:pt x="80" y="88"/>
                  <a:pt x="70" y="88"/>
                </a:cubicBezTo>
                <a:cubicBezTo>
                  <a:pt x="18" y="88"/>
                  <a:pt x="18" y="88"/>
                  <a:pt x="18" y="88"/>
                </a:cubicBezTo>
                <a:cubicBezTo>
                  <a:pt x="8" y="88"/>
                  <a:pt x="0" y="80"/>
                  <a:pt x="0" y="70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8" y="0"/>
                  <a:pt x="18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3" y="0"/>
                  <a:pt x="75" y="1"/>
                  <a:pt x="78" y="2"/>
                </a:cubicBezTo>
                <a:cubicBezTo>
                  <a:pt x="78" y="2"/>
                  <a:pt x="79" y="2"/>
                  <a:pt x="79" y="3"/>
                </a:cubicBezTo>
                <a:cubicBezTo>
                  <a:pt x="79" y="4"/>
                  <a:pt x="79" y="4"/>
                  <a:pt x="78" y="5"/>
                </a:cubicBezTo>
                <a:cubicBezTo>
                  <a:pt x="75" y="8"/>
                  <a:pt x="75" y="8"/>
                  <a:pt x="75" y="8"/>
                </a:cubicBezTo>
                <a:cubicBezTo>
                  <a:pt x="75" y="9"/>
                  <a:pt x="74" y="9"/>
                  <a:pt x="73" y="8"/>
                </a:cubicBezTo>
                <a:cubicBezTo>
                  <a:pt x="72" y="8"/>
                  <a:pt x="71" y="8"/>
                  <a:pt x="70" y="8"/>
                </a:cubicBezTo>
                <a:cubicBezTo>
                  <a:pt x="18" y="8"/>
                  <a:pt x="18" y="8"/>
                  <a:pt x="18" y="8"/>
                </a:cubicBezTo>
                <a:cubicBezTo>
                  <a:pt x="13" y="8"/>
                  <a:pt x="8" y="13"/>
                  <a:pt x="8" y="18"/>
                </a:cubicBezTo>
                <a:cubicBezTo>
                  <a:pt x="8" y="70"/>
                  <a:pt x="8" y="70"/>
                  <a:pt x="8" y="70"/>
                </a:cubicBezTo>
                <a:cubicBezTo>
                  <a:pt x="8" y="76"/>
                  <a:pt x="13" y="80"/>
                  <a:pt x="18" y="80"/>
                </a:cubicBezTo>
                <a:cubicBezTo>
                  <a:pt x="70" y="80"/>
                  <a:pt x="70" y="80"/>
                  <a:pt x="70" y="80"/>
                </a:cubicBezTo>
                <a:cubicBezTo>
                  <a:pt x="76" y="80"/>
                  <a:pt x="80" y="76"/>
                  <a:pt x="80" y="70"/>
                </a:cubicBezTo>
                <a:cubicBezTo>
                  <a:pt x="80" y="62"/>
                  <a:pt x="80" y="62"/>
                  <a:pt x="80" y="62"/>
                </a:cubicBezTo>
                <a:cubicBezTo>
                  <a:pt x="80" y="62"/>
                  <a:pt x="81" y="61"/>
                  <a:pt x="81" y="61"/>
                </a:cubicBezTo>
                <a:cubicBezTo>
                  <a:pt x="85" y="57"/>
                  <a:pt x="85" y="57"/>
                  <a:pt x="85" y="57"/>
                </a:cubicBezTo>
                <a:cubicBezTo>
                  <a:pt x="86" y="56"/>
                  <a:pt x="86" y="56"/>
                  <a:pt x="87" y="56"/>
                </a:cubicBezTo>
                <a:cubicBezTo>
                  <a:pt x="88" y="57"/>
                  <a:pt x="88" y="57"/>
                  <a:pt x="88" y="58"/>
                </a:cubicBezTo>
                <a:lnTo>
                  <a:pt x="88" y="70"/>
                </a:lnTo>
                <a:close/>
                <a:moveTo>
                  <a:pt x="100" y="30"/>
                </a:moveTo>
                <a:cubicBezTo>
                  <a:pt x="58" y="72"/>
                  <a:pt x="58" y="72"/>
                  <a:pt x="58" y="72"/>
                </a:cubicBezTo>
                <a:cubicBezTo>
                  <a:pt x="40" y="72"/>
                  <a:pt x="40" y="72"/>
                  <a:pt x="40" y="72"/>
                </a:cubicBezTo>
                <a:cubicBezTo>
                  <a:pt x="40" y="54"/>
                  <a:pt x="40" y="54"/>
                  <a:pt x="40" y="54"/>
                </a:cubicBezTo>
                <a:cubicBezTo>
                  <a:pt x="82" y="12"/>
                  <a:pt x="82" y="12"/>
                  <a:pt x="82" y="12"/>
                </a:cubicBezTo>
                <a:lnTo>
                  <a:pt x="100" y="30"/>
                </a:lnTo>
                <a:close/>
                <a:moveTo>
                  <a:pt x="63" y="59"/>
                </a:moveTo>
                <a:cubicBezTo>
                  <a:pt x="54" y="49"/>
                  <a:pt x="54" y="49"/>
                  <a:pt x="54" y="49"/>
                </a:cubicBezTo>
                <a:cubicBezTo>
                  <a:pt x="46" y="57"/>
                  <a:pt x="46" y="57"/>
                  <a:pt x="46" y="57"/>
                </a:cubicBezTo>
                <a:cubicBezTo>
                  <a:pt x="46" y="60"/>
                  <a:pt x="46" y="60"/>
                  <a:pt x="46" y="60"/>
                </a:cubicBezTo>
                <a:cubicBezTo>
                  <a:pt x="52" y="60"/>
                  <a:pt x="52" y="60"/>
                  <a:pt x="52" y="60"/>
                </a:cubicBezTo>
                <a:cubicBezTo>
                  <a:pt x="52" y="66"/>
                  <a:pt x="52" y="66"/>
                  <a:pt x="52" y="66"/>
                </a:cubicBezTo>
                <a:cubicBezTo>
                  <a:pt x="56" y="66"/>
                  <a:pt x="56" y="66"/>
                  <a:pt x="56" y="66"/>
                </a:cubicBezTo>
                <a:lnTo>
                  <a:pt x="63" y="59"/>
                </a:lnTo>
                <a:close/>
                <a:moveTo>
                  <a:pt x="81" y="21"/>
                </a:moveTo>
                <a:cubicBezTo>
                  <a:pt x="59" y="43"/>
                  <a:pt x="59" y="43"/>
                  <a:pt x="59" y="43"/>
                </a:cubicBezTo>
                <a:cubicBezTo>
                  <a:pt x="59" y="44"/>
                  <a:pt x="59" y="45"/>
                  <a:pt x="59" y="45"/>
                </a:cubicBezTo>
                <a:cubicBezTo>
                  <a:pt x="60" y="46"/>
                  <a:pt x="61" y="46"/>
                  <a:pt x="61" y="45"/>
                </a:cubicBezTo>
                <a:cubicBezTo>
                  <a:pt x="83" y="23"/>
                  <a:pt x="83" y="23"/>
                  <a:pt x="83" y="23"/>
                </a:cubicBezTo>
                <a:cubicBezTo>
                  <a:pt x="84" y="23"/>
                  <a:pt x="84" y="22"/>
                  <a:pt x="83" y="21"/>
                </a:cubicBezTo>
                <a:cubicBezTo>
                  <a:pt x="83" y="21"/>
                  <a:pt x="82" y="21"/>
                  <a:pt x="81" y="21"/>
                </a:cubicBezTo>
                <a:close/>
                <a:moveTo>
                  <a:pt x="104" y="26"/>
                </a:moveTo>
                <a:cubicBezTo>
                  <a:pt x="86" y="8"/>
                  <a:pt x="86" y="8"/>
                  <a:pt x="86" y="8"/>
                </a:cubicBezTo>
                <a:cubicBezTo>
                  <a:pt x="92" y="2"/>
                  <a:pt x="92" y="2"/>
                  <a:pt x="92" y="2"/>
                </a:cubicBezTo>
                <a:cubicBezTo>
                  <a:pt x="94" y="0"/>
                  <a:pt x="98" y="0"/>
                  <a:pt x="101" y="2"/>
                </a:cubicBezTo>
                <a:cubicBezTo>
                  <a:pt x="110" y="12"/>
                  <a:pt x="110" y="12"/>
                  <a:pt x="110" y="12"/>
                </a:cubicBezTo>
                <a:cubicBezTo>
                  <a:pt x="112" y="14"/>
                  <a:pt x="112" y="18"/>
                  <a:pt x="110" y="20"/>
                </a:cubicBezTo>
                <a:lnTo>
                  <a:pt x="104" y="26"/>
                </a:lnTo>
                <a:close/>
              </a:path>
            </a:pathLst>
          </a:custGeom>
          <a:solidFill>
            <a:srgbClr val="797979"/>
          </a:solidFill>
          <a:ln>
            <a:noFill/>
          </a:ln>
        </p:spPr>
        <p:txBody>
          <a:bodyPr spcFirstLastPara="1" wrap="square" lIns="62994" tIns="31488" rIns="62994" bIns="31488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4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0" name="Google Shape;141;p15"/>
          <p:cNvSpPr txBox="1"/>
          <p:nvPr/>
        </p:nvSpPr>
        <p:spPr>
          <a:xfrm>
            <a:off x="1429337" y="1692141"/>
            <a:ext cx="622578" cy="36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965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換版變更</a:t>
            </a:r>
            <a:endParaRPr sz="965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965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系統流程</a:t>
            </a:r>
            <a:endParaRPr sz="965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1" name="Google Shape;142;p15"/>
          <p:cNvSpPr txBox="1"/>
          <p:nvPr/>
        </p:nvSpPr>
        <p:spPr>
          <a:xfrm>
            <a:off x="2692761" y="1611342"/>
            <a:ext cx="967881" cy="36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Developer</a:t>
            </a:r>
            <a:endParaRPr sz="965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965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</a:t>
            </a:r>
            <a:r>
              <a:rPr lang="en-US" sz="965" b="1" dirty="0" err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研發處人員</a:t>
            </a:r>
            <a:r>
              <a:rPr lang="en-US" sz="965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)</a:t>
            </a:r>
            <a:endParaRPr sz="965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2" name="Google Shape;143;p15"/>
          <p:cNvSpPr txBox="1"/>
          <p:nvPr/>
        </p:nvSpPr>
        <p:spPr>
          <a:xfrm>
            <a:off x="4401018" y="1725645"/>
            <a:ext cx="922812" cy="212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驗收人員</a:t>
            </a:r>
            <a:endParaRPr sz="965" b="1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3" name="Google Shape;144;p15"/>
          <p:cNvSpPr txBox="1"/>
          <p:nvPr/>
        </p:nvSpPr>
        <p:spPr>
          <a:xfrm>
            <a:off x="5197822" y="1674346"/>
            <a:ext cx="922812" cy="36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Auditing</a:t>
            </a:r>
            <a:endParaRPr sz="96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(資管人員)</a:t>
            </a:r>
            <a:endParaRPr sz="96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14" name="Google Shape;145;p15"/>
          <p:cNvSpPr/>
          <p:nvPr/>
        </p:nvSpPr>
        <p:spPr>
          <a:xfrm>
            <a:off x="897749" y="2091225"/>
            <a:ext cx="2852539" cy="3646873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5" name="Google Shape;146;p15"/>
          <p:cNvSpPr txBox="1"/>
          <p:nvPr/>
        </p:nvSpPr>
        <p:spPr>
          <a:xfrm>
            <a:off x="901045" y="2089886"/>
            <a:ext cx="687036" cy="212093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DEV網段</a:t>
            </a:r>
            <a:endParaRPr sz="965" b="1">
              <a:solidFill>
                <a:schemeClr val="l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6" name="Google Shape;147;p15"/>
          <p:cNvSpPr/>
          <p:nvPr/>
        </p:nvSpPr>
        <p:spPr>
          <a:xfrm>
            <a:off x="3803900" y="2091225"/>
            <a:ext cx="2852539" cy="3646873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7" name="Google Shape;148;p15"/>
          <p:cNvSpPr txBox="1"/>
          <p:nvPr/>
        </p:nvSpPr>
        <p:spPr>
          <a:xfrm>
            <a:off x="3800133" y="2081714"/>
            <a:ext cx="769104" cy="212093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Stage網段</a:t>
            </a:r>
            <a:endParaRPr sz="965" b="1">
              <a:solidFill>
                <a:schemeClr val="l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8" name="Google Shape;149;p15"/>
          <p:cNvSpPr/>
          <p:nvPr/>
        </p:nvSpPr>
        <p:spPr>
          <a:xfrm>
            <a:off x="6714993" y="2091225"/>
            <a:ext cx="1770672" cy="3646873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9" name="Google Shape;150;p15"/>
          <p:cNvSpPr txBox="1"/>
          <p:nvPr/>
        </p:nvSpPr>
        <p:spPr>
          <a:xfrm>
            <a:off x="6712568" y="2095654"/>
            <a:ext cx="866083" cy="212093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PROD網段</a:t>
            </a:r>
            <a:endParaRPr sz="965" b="1">
              <a:solidFill>
                <a:schemeClr val="l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20" name="Google Shape;151;p15"/>
          <p:cNvSpPr txBox="1"/>
          <p:nvPr/>
        </p:nvSpPr>
        <p:spPr>
          <a:xfrm>
            <a:off x="2772172" y="2115373"/>
            <a:ext cx="371104" cy="1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827" b="1">
                <a:solidFill>
                  <a:srgbClr val="2F5BF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簽入</a:t>
            </a:r>
            <a:endParaRPr sz="827" b="1">
              <a:solidFill>
                <a:srgbClr val="2F5BF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21" name="Google Shape;152;p15"/>
          <p:cNvSpPr txBox="1"/>
          <p:nvPr/>
        </p:nvSpPr>
        <p:spPr>
          <a:xfrm>
            <a:off x="4194919" y="3222795"/>
            <a:ext cx="630039" cy="13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05000"/>
              </a:lnSpc>
              <a:buClr>
                <a:srgbClr val="000000"/>
              </a:buClr>
              <a:buSzPts val="1200"/>
            </a:pPr>
            <a:endParaRPr sz="827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22" name="Google Shape;153;p15"/>
          <p:cNvSpPr/>
          <p:nvPr/>
        </p:nvSpPr>
        <p:spPr>
          <a:xfrm>
            <a:off x="4755520" y="1927364"/>
            <a:ext cx="157510" cy="21951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BF2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488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23" name="Google Shape;154;p15"/>
          <p:cNvSpPr/>
          <p:nvPr/>
        </p:nvSpPr>
        <p:spPr>
          <a:xfrm>
            <a:off x="5584981" y="1994234"/>
            <a:ext cx="157510" cy="1995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BF2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488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pic>
        <p:nvPicPr>
          <p:cNvPr id="24" name="Google Shape;15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13274" y="1012804"/>
            <a:ext cx="441802" cy="59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5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5609" y="1107310"/>
            <a:ext cx="441802" cy="59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5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0307" y="1107310"/>
            <a:ext cx="441802" cy="59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58;p15" descr="图标&#10;&#10;描述已自动生成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9517" y="4495150"/>
            <a:ext cx="314745" cy="31474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59;p15"/>
          <p:cNvSpPr txBox="1"/>
          <p:nvPr/>
        </p:nvSpPr>
        <p:spPr>
          <a:xfrm>
            <a:off x="7682414" y="3623888"/>
            <a:ext cx="688892" cy="1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827" b="1">
                <a:solidFill>
                  <a:srgbClr val="2F5BF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正式部署</a:t>
            </a:r>
            <a:endParaRPr sz="827" b="1">
              <a:solidFill>
                <a:srgbClr val="2F5BF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pic>
        <p:nvPicPr>
          <p:cNvPr id="29" name="Google Shape;160;p15" descr="图标&#10;&#10;描述已自动生成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4402" y="4494680"/>
            <a:ext cx="310921" cy="310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16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46455" y="1133764"/>
            <a:ext cx="441802" cy="597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62;p15"/>
          <p:cNvSpPr txBox="1"/>
          <p:nvPr/>
        </p:nvSpPr>
        <p:spPr>
          <a:xfrm>
            <a:off x="7113358" y="1674346"/>
            <a:ext cx="922812" cy="36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Auditing</a:t>
            </a:r>
            <a:endParaRPr sz="96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965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(資管人員)</a:t>
            </a:r>
            <a:endParaRPr sz="965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32" name="Google Shape;163;p15"/>
          <p:cNvSpPr txBox="1"/>
          <p:nvPr/>
        </p:nvSpPr>
        <p:spPr>
          <a:xfrm>
            <a:off x="4014044" y="2694608"/>
            <a:ext cx="622578" cy="31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Gitlab</a:t>
            </a:r>
            <a:endParaRPr sz="827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原碼管控</a:t>
            </a:r>
            <a:endParaRPr sz="827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33" name="Google Shape;164;p15"/>
          <p:cNvSpPr txBox="1"/>
          <p:nvPr/>
        </p:nvSpPr>
        <p:spPr>
          <a:xfrm>
            <a:off x="2013965" y="2590918"/>
            <a:ext cx="622578" cy="19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2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Redmine</a:t>
            </a:r>
            <a:endParaRPr sz="8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34" name="Google Shape;165;p15"/>
          <p:cNvCxnSpPr>
            <a:stCxn id="110" idx="2"/>
            <a:endCxn id="58" idx="6"/>
          </p:cNvCxnSpPr>
          <p:nvPr/>
        </p:nvCxnSpPr>
        <p:spPr>
          <a:xfrm rot="10800000" flipV="1">
            <a:off x="1661087" y="3879012"/>
            <a:ext cx="1162344" cy="1205867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" name="Google Shape;168;p15"/>
          <p:cNvSpPr txBox="1"/>
          <p:nvPr/>
        </p:nvSpPr>
        <p:spPr>
          <a:xfrm>
            <a:off x="5392355" y="5257464"/>
            <a:ext cx="1026543" cy="30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Harbor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遠端倉庫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37" name="Google Shape;170;p15"/>
          <p:cNvGrpSpPr/>
          <p:nvPr/>
        </p:nvGrpSpPr>
        <p:grpSpPr>
          <a:xfrm>
            <a:off x="5691679" y="4824541"/>
            <a:ext cx="424868" cy="424868"/>
            <a:chOff x="1727119" y="3761282"/>
            <a:chExt cx="616628" cy="616628"/>
          </a:xfrm>
        </p:grpSpPr>
        <p:sp>
          <p:nvSpPr>
            <p:cNvPr id="38" name="Google Shape;171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39" name="Google Shape;172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grpSp>
        <p:nvGrpSpPr>
          <p:cNvPr id="40" name="Google Shape;173;p15"/>
          <p:cNvGrpSpPr/>
          <p:nvPr/>
        </p:nvGrpSpPr>
        <p:grpSpPr>
          <a:xfrm>
            <a:off x="5698367" y="3908153"/>
            <a:ext cx="424868" cy="424868"/>
            <a:chOff x="1727119" y="3761282"/>
            <a:chExt cx="616628" cy="616628"/>
          </a:xfrm>
        </p:grpSpPr>
        <p:sp>
          <p:nvSpPr>
            <p:cNvPr id="41" name="Google Shape;174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2" name="Google Shape;175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43" name="Google Shape;176;p15"/>
          <p:cNvSpPr txBox="1"/>
          <p:nvPr/>
        </p:nvSpPr>
        <p:spPr>
          <a:xfrm>
            <a:off x="5408416" y="4352410"/>
            <a:ext cx="1026543" cy="30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Nexus-prod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遠端倉庫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4" name="Google Shape;177;p15"/>
          <p:cNvSpPr/>
          <p:nvPr/>
        </p:nvSpPr>
        <p:spPr>
          <a:xfrm>
            <a:off x="1203862" y="4043523"/>
            <a:ext cx="424868" cy="424868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4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45" name="Google Shape;178;p15"/>
          <p:cNvSpPr txBox="1"/>
          <p:nvPr/>
        </p:nvSpPr>
        <p:spPr>
          <a:xfrm>
            <a:off x="906157" y="4447567"/>
            <a:ext cx="1026543" cy="31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Checkmarx</a:t>
            </a: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/>
            </a:r>
            <a:b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</a:b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掃描程式碼</a:t>
            </a:r>
            <a:endParaRPr sz="8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46" name="Google Shape;179;p15"/>
          <p:cNvGrpSpPr/>
          <p:nvPr/>
        </p:nvGrpSpPr>
        <p:grpSpPr>
          <a:xfrm>
            <a:off x="4266069" y="2322079"/>
            <a:ext cx="385399" cy="382167"/>
            <a:chOff x="5921680" y="3152380"/>
            <a:chExt cx="616628" cy="616628"/>
          </a:xfrm>
        </p:grpSpPr>
        <p:sp>
          <p:nvSpPr>
            <p:cNvPr id="47" name="Google Shape;180;p15"/>
            <p:cNvSpPr/>
            <p:nvPr/>
          </p:nvSpPr>
          <p:spPr>
            <a:xfrm>
              <a:off x="5921680" y="3152380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8" name="Google Shape;181;p15"/>
            <p:cNvSpPr/>
            <p:nvPr/>
          </p:nvSpPr>
          <p:spPr>
            <a:xfrm>
              <a:off x="6052437" y="3305624"/>
              <a:ext cx="375000" cy="346880"/>
            </a:xfrm>
            <a:custGeom>
              <a:avLst/>
              <a:gdLst/>
              <a:ahLst/>
              <a:cxnLst/>
              <a:rect l="l" t="t" r="r" b="b"/>
              <a:pathLst>
                <a:path w="375000" h="346880" extrusionOk="0">
                  <a:moveTo>
                    <a:pt x="373890" y="194266"/>
                  </a:moveTo>
                  <a:lnTo>
                    <a:pt x="354201" y="133886"/>
                  </a:lnTo>
                  <a:cubicBezTo>
                    <a:pt x="354201" y="133323"/>
                    <a:pt x="354014" y="132761"/>
                    <a:pt x="353826" y="132198"/>
                  </a:cubicBezTo>
                  <a:lnTo>
                    <a:pt x="314261" y="10688"/>
                  </a:lnTo>
                  <a:cubicBezTo>
                    <a:pt x="312198" y="4688"/>
                    <a:pt x="306197" y="0"/>
                    <a:pt x="299259" y="0"/>
                  </a:cubicBezTo>
                  <a:cubicBezTo>
                    <a:pt x="292509" y="0"/>
                    <a:pt x="286508" y="4688"/>
                    <a:pt x="284446" y="10876"/>
                  </a:cubicBezTo>
                  <a:lnTo>
                    <a:pt x="246943" y="126573"/>
                  </a:lnTo>
                  <a:lnTo>
                    <a:pt x="128246" y="126573"/>
                  </a:lnTo>
                  <a:lnTo>
                    <a:pt x="90555" y="10876"/>
                  </a:lnTo>
                  <a:cubicBezTo>
                    <a:pt x="88492" y="4688"/>
                    <a:pt x="82492" y="0"/>
                    <a:pt x="75741" y="0"/>
                  </a:cubicBezTo>
                  <a:lnTo>
                    <a:pt x="75741" y="0"/>
                  </a:lnTo>
                  <a:cubicBezTo>
                    <a:pt x="68803" y="0"/>
                    <a:pt x="62803" y="4688"/>
                    <a:pt x="60740" y="10876"/>
                  </a:cubicBezTo>
                  <a:lnTo>
                    <a:pt x="21175" y="132573"/>
                  </a:lnTo>
                  <a:cubicBezTo>
                    <a:pt x="21175" y="132573"/>
                    <a:pt x="21175" y="132761"/>
                    <a:pt x="21175" y="132761"/>
                  </a:cubicBezTo>
                  <a:lnTo>
                    <a:pt x="1110" y="194266"/>
                  </a:lnTo>
                  <a:cubicBezTo>
                    <a:pt x="-1890" y="203641"/>
                    <a:pt x="1298" y="213767"/>
                    <a:pt x="9361" y="219393"/>
                  </a:cubicBezTo>
                  <a:lnTo>
                    <a:pt x="182250" y="345215"/>
                  </a:lnTo>
                  <a:cubicBezTo>
                    <a:pt x="185438" y="347465"/>
                    <a:pt x="189563" y="347465"/>
                    <a:pt x="192751" y="345028"/>
                  </a:cubicBezTo>
                  <a:lnTo>
                    <a:pt x="365640" y="219393"/>
                  </a:lnTo>
                  <a:cubicBezTo>
                    <a:pt x="373703" y="213767"/>
                    <a:pt x="376891" y="203641"/>
                    <a:pt x="373890" y="194266"/>
                  </a:cubicBezTo>
                  <a:moveTo>
                    <a:pt x="115307" y="144387"/>
                  </a:moveTo>
                  <a:lnTo>
                    <a:pt x="163498" y="292711"/>
                  </a:lnTo>
                  <a:lnTo>
                    <a:pt x="47802" y="144387"/>
                  </a:lnTo>
                  <a:moveTo>
                    <a:pt x="211502" y="292898"/>
                  </a:moveTo>
                  <a:lnTo>
                    <a:pt x="257819" y="150575"/>
                  </a:lnTo>
                  <a:lnTo>
                    <a:pt x="259694" y="144387"/>
                  </a:lnTo>
                  <a:lnTo>
                    <a:pt x="327387" y="144387"/>
                  </a:lnTo>
                  <a:lnTo>
                    <a:pt x="222566" y="278647"/>
                  </a:lnTo>
                  <a:moveTo>
                    <a:pt x="299447" y="22314"/>
                  </a:moveTo>
                  <a:lnTo>
                    <a:pt x="333387" y="126573"/>
                  </a:lnTo>
                  <a:lnTo>
                    <a:pt x="265507" y="126573"/>
                  </a:lnTo>
                  <a:moveTo>
                    <a:pt x="241130" y="144387"/>
                  </a:moveTo>
                  <a:lnTo>
                    <a:pt x="207564" y="247707"/>
                  </a:lnTo>
                  <a:lnTo>
                    <a:pt x="187500" y="309212"/>
                  </a:lnTo>
                  <a:lnTo>
                    <a:pt x="133871" y="144387"/>
                  </a:lnTo>
                  <a:moveTo>
                    <a:pt x="75554" y="22314"/>
                  </a:moveTo>
                  <a:lnTo>
                    <a:pt x="109494" y="126573"/>
                  </a:lnTo>
                  <a:lnTo>
                    <a:pt x="41801" y="126573"/>
                  </a:lnTo>
                  <a:moveTo>
                    <a:pt x="19674" y="205141"/>
                  </a:moveTo>
                  <a:cubicBezTo>
                    <a:pt x="17987" y="203829"/>
                    <a:pt x="17237" y="201579"/>
                    <a:pt x="17987" y="199703"/>
                  </a:cubicBezTo>
                  <a:lnTo>
                    <a:pt x="32800" y="154137"/>
                  </a:lnTo>
                  <a:lnTo>
                    <a:pt x="141934" y="293836"/>
                  </a:lnTo>
                  <a:moveTo>
                    <a:pt x="355326" y="205141"/>
                  </a:moveTo>
                  <a:lnTo>
                    <a:pt x="233254" y="293836"/>
                  </a:lnTo>
                  <a:lnTo>
                    <a:pt x="233629" y="293273"/>
                  </a:lnTo>
                  <a:lnTo>
                    <a:pt x="342200" y="154137"/>
                  </a:lnTo>
                  <a:lnTo>
                    <a:pt x="357014" y="199703"/>
                  </a:lnTo>
                  <a:cubicBezTo>
                    <a:pt x="357764" y="201579"/>
                    <a:pt x="357014" y="203829"/>
                    <a:pt x="355326" y="205141"/>
                  </a:cubicBezTo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grpSp>
        <p:nvGrpSpPr>
          <p:cNvPr id="49" name="Google Shape;182;p15"/>
          <p:cNvGrpSpPr/>
          <p:nvPr/>
        </p:nvGrpSpPr>
        <p:grpSpPr>
          <a:xfrm>
            <a:off x="2122321" y="2156669"/>
            <a:ext cx="424868" cy="424868"/>
            <a:chOff x="4902567" y="3148013"/>
            <a:chExt cx="616628" cy="616628"/>
          </a:xfrm>
        </p:grpSpPr>
        <p:sp>
          <p:nvSpPr>
            <p:cNvPr id="50" name="Google Shape;183;p15"/>
            <p:cNvSpPr/>
            <p:nvPr/>
          </p:nvSpPr>
          <p:spPr>
            <a:xfrm>
              <a:off x="4902567" y="3148013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51" name="Google Shape;184;p15"/>
            <p:cNvSpPr/>
            <p:nvPr/>
          </p:nvSpPr>
          <p:spPr>
            <a:xfrm>
              <a:off x="5005704" y="3268691"/>
              <a:ext cx="423301" cy="286720"/>
            </a:xfrm>
            <a:custGeom>
              <a:avLst/>
              <a:gdLst/>
              <a:ahLst/>
              <a:cxnLst/>
              <a:rect l="l" t="t" r="r" b="b"/>
              <a:pathLst>
                <a:path w="423301" h="286720" extrusionOk="0">
                  <a:moveTo>
                    <a:pt x="19261" y="197820"/>
                  </a:moveTo>
                  <a:cubicBezTo>
                    <a:pt x="33177" y="202106"/>
                    <a:pt x="91539" y="215545"/>
                    <a:pt x="91539" y="215545"/>
                  </a:cubicBezTo>
                  <a:cubicBezTo>
                    <a:pt x="95031" y="216621"/>
                    <a:pt x="93990" y="219249"/>
                    <a:pt x="93990" y="219249"/>
                  </a:cubicBezTo>
                  <a:cubicBezTo>
                    <a:pt x="89969" y="250961"/>
                    <a:pt x="90851" y="275159"/>
                    <a:pt x="90851" y="283519"/>
                  </a:cubicBezTo>
                  <a:cubicBezTo>
                    <a:pt x="90851" y="287223"/>
                    <a:pt x="88153" y="286694"/>
                    <a:pt x="88153" y="286694"/>
                  </a:cubicBezTo>
                  <a:lnTo>
                    <a:pt x="2964" y="286694"/>
                  </a:lnTo>
                  <a:cubicBezTo>
                    <a:pt x="-722" y="286694"/>
                    <a:pt x="72" y="283343"/>
                    <a:pt x="72" y="283343"/>
                  </a:cubicBezTo>
                  <a:cubicBezTo>
                    <a:pt x="777" y="272778"/>
                    <a:pt x="3811" y="242724"/>
                    <a:pt x="15557" y="199637"/>
                  </a:cubicBezTo>
                  <a:cubicBezTo>
                    <a:pt x="15557" y="199637"/>
                    <a:pt x="16139" y="196867"/>
                    <a:pt x="19261" y="197820"/>
                  </a:cubicBezTo>
                  <a:close/>
                  <a:moveTo>
                    <a:pt x="404036" y="197820"/>
                  </a:moveTo>
                  <a:cubicBezTo>
                    <a:pt x="390121" y="202106"/>
                    <a:pt x="331759" y="215545"/>
                    <a:pt x="331759" y="215545"/>
                  </a:cubicBezTo>
                  <a:cubicBezTo>
                    <a:pt x="328267" y="216621"/>
                    <a:pt x="329307" y="219249"/>
                    <a:pt x="329307" y="219249"/>
                  </a:cubicBezTo>
                  <a:cubicBezTo>
                    <a:pt x="333329" y="250961"/>
                    <a:pt x="332447" y="275159"/>
                    <a:pt x="332447" y="283519"/>
                  </a:cubicBezTo>
                  <a:cubicBezTo>
                    <a:pt x="332447" y="287223"/>
                    <a:pt x="335145" y="286694"/>
                    <a:pt x="335145" y="286694"/>
                  </a:cubicBezTo>
                  <a:lnTo>
                    <a:pt x="420333" y="286694"/>
                  </a:lnTo>
                  <a:cubicBezTo>
                    <a:pt x="424037" y="286694"/>
                    <a:pt x="423226" y="283343"/>
                    <a:pt x="423226" y="283343"/>
                  </a:cubicBezTo>
                  <a:cubicBezTo>
                    <a:pt x="422520" y="272778"/>
                    <a:pt x="419487" y="242724"/>
                    <a:pt x="407740" y="199637"/>
                  </a:cubicBezTo>
                  <a:cubicBezTo>
                    <a:pt x="407740" y="199637"/>
                    <a:pt x="407141" y="196867"/>
                    <a:pt x="404036" y="197820"/>
                  </a:cubicBezTo>
                  <a:close/>
                  <a:moveTo>
                    <a:pt x="370014" y="103390"/>
                  </a:moveTo>
                  <a:lnTo>
                    <a:pt x="309201" y="132791"/>
                  </a:lnTo>
                  <a:cubicBezTo>
                    <a:pt x="306308" y="133902"/>
                    <a:pt x="307754" y="136530"/>
                    <a:pt x="307754" y="136530"/>
                  </a:cubicBezTo>
                  <a:cubicBezTo>
                    <a:pt x="316150" y="156531"/>
                    <a:pt x="321265" y="173410"/>
                    <a:pt x="325215" y="193869"/>
                  </a:cubicBezTo>
                  <a:cubicBezTo>
                    <a:pt x="325886" y="197291"/>
                    <a:pt x="328196" y="196197"/>
                    <a:pt x="328196" y="196197"/>
                  </a:cubicBezTo>
                  <a:lnTo>
                    <a:pt x="396611" y="166496"/>
                  </a:lnTo>
                  <a:cubicBezTo>
                    <a:pt x="396611" y="166496"/>
                    <a:pt x="398657" y="165720"/>
                    <a:pt x="397810" y="163092"/>
                  </a:cubicBezTo>
                  <a:cubicBezTo>
                    <a:pt x="394777" y="153727"/>
                    <a:pt x="379291" y="116371"/>
                    <a:pt x="373083" y="104166"/>
                  </a:cubicBezTo>
                  <a:cubicBezTo>
                    <a:pt x="373083" y="104166"/>
                    <a:pt x="371989" y="102314"/>
                    <a:pt x="370014" y="103390"/>
                  </a:cubicBezTo>
                  <a:close/>
                  <a:moveTo>
                    <a:pt x="53284" y="103390"/>
                  </a:moveTo>
                  <a:lnTo>
                    <a:pt x="114097" y="132791"/>
                  </a:lnTo>
                  <a:cubicBezTo>
                    <a:pt x="116990" y="133902"/>
                    <a:pt x="115543" y="136530"/>
                    <a:pt x="115543" y="136530"/>
                  </a:cubicBezTo>
                  <a:cubicBezTo>
                    <a:pt x="107148" y="156531"/>
                    <a:pt x="102033" y="173410"/>
                    <a:pt x="98065" y="193869"/>
                  </a:cubicBezTo>
                  <a:cubicBezTo>
                    <a:pt x="97412" y="197291"/>
                    <a:pt x="95084" y="196197"/>
                    <a:pt x="95084" y="196197"/>
                  </a:cubicBezTo>
                  <a:lnTo>
                    <a:pt x="26687" y="166496"/>
                  </a:lnTo>
                  <a:cubicBezTo>
                    <a:pt x="26687" y="166496"/>
                    <a:pt x="24641" y="165720"/>
                    <a:pt x="25487" y="163092"/>
                  </a:cubicBezTo>
                  <a:cubicBezTo>
                    <a:pt x="28521" y="153727"/>
                    <a:pt x="44006" y="116371"/>
                    <a:pt x="50215" y="104166"/>
                  </a:cubicBezTo>
                  <a:cubicBezTo>
                    <a:pt x="50215" y="104166"/>
                    <a:pt x="51308" y="102314"/>
                    <a:pt x="53284" y="103390"/>
                  </a:cubicBezTo>
                  <a:close/>
                  <a:moveTo>
                    <a:pt x="125332" y="26350"/>
                  </a:moveTo>
                  <a:lnTo>
                    <a:pt x="165933" y="73636"/>
                  </a:lnTo>
                  <a:cubicBezTo>
                    <a:pt x="167679" y="75893"/>
                    <a:pt x="165369" y="77551"/>
                    <a:pt x="165369" y="77551"/>
                  </a:cubicBezTo>
                  <a:cubicBezTo>
                    <a:pt x="149089" y="86335"/>
                    <a:pt x="137325" y="99598"/>
                    <a:pt x="127254" y="114784"/>
                  </a:cubicBezTo>
                  <a:cubicBezTo>
                    <a:pt x="125244" y="117782"/>
                    <a:pt x="123092" y="115595"/>
                    <a:pt x="123092" y="115595"/>
                  </a:cubicBezTo>
                  <a:lnTo>
                    <a:pt x="71644" y="77075"/>
                  </a:lnTo>
                  <a:cubicBezTo>
                    <a:pt x="71644" y="77075"/>
                    <a:pt x="69422" y="75770"/>
                    <a:pt x="71362" y="73195"/>
                  </a:cubicBezTo>
                  <a:cubicBezTo>
                    <a:pt x="86424" y="53194"/>
                    <a:pt x="100111" y="39084"/>
                    <a:pt x="121999" y="25768"/>
                  </a:cubicBezTo>
                  <a:cubicBezTo>
                    <a:pt x="121999" y="25768"/>
                    <a:pt x="123656" y="24198"/>
                    <a:pt x="125332" y="26350"/>
                  </a:cubicBezTo>
                  <a:close/>
                  <a:moveTo>
                    <a:pt x="297966" y="26350"/>
                  </a:moveTo>
                  <a:lnTo>
                    <a:pt x="257365" y="73636"/>
                  </a:lnTo>
                  <a:cubicBezTo>
                    <a:pt x="255619" y="75893"/>
                    <a:pt x="257929" y="77551"/>
                    <a:pt x="257929" y="77551"/>
                  </a:cubicBezTo>
                  <a:cubicBezTo>
                    <a:pt x="274208" y="86335"/>
                    <a:pt x="285972" y="99598"/>
                    <a:pt x="296043" y="114784"/>
                  </a:cubicBezTo>
                  <a:cubicBezTo>
                    <a:pt x="298054" y="117782"/>
                    <a:pt x="300206" y="115595"/>
                    <a:pt x="300206" y="115595"/>
                  </a:cubicBezTo>
                  <a:lnTo>
                    <a:pt x="351654" y="77075"/>
                  </a:lnTo>
                  <a:cubicBezTo>
                    <a:pt x="351654" y="77075"/>
                    <a:pt x="353876" y="75770"/>
                    <a:pt x="351936" y="73195"/>
                  </a:cubicBezTo>
                  <a:cubicBezTo>
                    <a:pt x="336874" y="53194"/>
                    <a:pt x="323187" y="39084"/>
                    <a:pt x="301299" y="25768"/>
                  </a:cubicBezTo>
                  <a:cubicBezTo>
                    <a:pt x="301299" y="25768"/>
                    <a:pt x="299641" y="24198"/>
                    <a:pt x="297966" y="26350"/>
                  </a:cubicBezTo>
                  <a:close/>
                  <a:moveTo>
                    <a:pt x="211649" y="66828"/>
                  </a:moveTo>
                  <a:cubicBezTo>
                    <a:pt x="218492" y="66828"/>
                    <a:pt x="231138" y="67480"/>
                    <a:pt x="237117" y="68468"/>
                  </a:cubicBezTo>
                  <a:cubicBezTo>
                    <a:pt x="240239" y="68997"/>
                    <a:pt x="241015" y="66916"/>
                    <a:pt x="241015" y="66916"/>
                  </a:cubicBezTo>
                  <a:lnTo>
                    <a:pt x="266571" y="13510"/>
                  </a:lnTo>
                  <a:cubicBezTo>
                    <a:pt x="266571" y="13510"/>
                    <a:pt x="268282" y="11500"/>
                    <a:pt x="264702" y="10194"/>
                  </a:cubicBezTo>
                  <a:cubicBezTo>
                    <a:pt x="245618" y="3210"/>
                    <a:pt x="235477" y="0"/>
                    <a:pt x="211649" y="0"/>
                  </a:cubicBezTo>
                  <a:cubicBezTo>
                    <a:pt x="188103" y="0"/>
                    <a:pt x="177679" y="3210"/>
                    <a:pt x="158596" y="10194"/>
                  </a:cubicBezTo>
                  <a:cubicBezTo>
                    <a:pt x="155016" y="11500"/>
                    <a:pt x="156726" y="13510"/>
                    <a:pt x="156726" y="13510"/>
                  </a:cubicBezTo>
                  <a:lnTo>
                    <a:pt x="182283" y="66916"/>
                  </a:lnTo>
                  <a:cubicBezTo>
                    <a:pt x="182283" y="66916"/>
                    <a:pt x="183059" y="68997"/>
                    <a:pt x="186181" y="68468"/>
                  </a:cubicBezTo>
                  <a:cubicBezTo>
                    <a:pt x="192160" y="67480"/>
                    <a:pt x="204806" y="66828"/>
                    <a:pt x="211649" y="66828"/>
                  </a:cubicBez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52" name="Google Shape;185;p15"/>
          <p:cNvSpPr txBox="1"/>
          <p:nvPr/>
        </p:nvSpPr>
        <p:spPr>
          <a:xfrm>
            <a:off x="5383937" y="3418194"/>
            <a:ext cx="1026543" cy="30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Nexus-stage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遠端倉庫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53" name="Google Shape;186;p15"/>
          <p:cNvGrpSpPr/>
          <p:nvPr/>
        </p:nvGrpSpPr>
        <p:grpSpPr>
          <a:xfrm>
            <a:off x="5683914" y="3013325"/>
            <a:ext cx="424868" cy="424868"/>
            <a:chOff x="1727119" y="3761282"/>
            <a:chExt cx="616628" cy="616628"/>
          </a:xfrm>
        </p:grpSpPr>
        <p:sp>
          <p:nvSpPr>
            <p:cNvPr id="54" name="Google Shape;187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55" name="Google Shape;188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56" name="Google Shape;189;p15"/>
          <p:cNvSpPr txBox="1"/>
          <p:nvPr/>
        </p:nvSpPr>
        <p:spPr>
          <a:xfrm>
            <a:off x="734338" y="5249408"/>
            <a:ext cx="850244" cy="30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Harbor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遠端倉庫</a:t>
            </a:r>
            <a:endParaRPr sz="8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</p:txBody>
      </p:sp>
      <p:grpSp>
        <p:nvGrpSpPr>
          <p:cNvPr id="57" name="Google Shape;190;p15"/>
          <p:cNvGrpSpPr/>
          <p:nvPr/>
        </p:nvGrpSpPr>
        <p:grpSpPr>
          <a:xfrm>
            <a:off x="1236219" y="4872445"/>
            <a:ext cx="424868" cy="424868"/>
            <a:chOff x="1727119" y="3761282"/>
            <a:chExt cx="616628" cy="616628"/>
          </a:xfrm>
        </p:grpSpPr>
        <p:sp>
          <p:nvSpPr>
            <p:cNvPr id="58" name="Google Shape;167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59" name="Google Shape;191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60" name="Google Shape;192;p15"/>
          <p:cNvSpPr txBox="1"/>
          <p:nvPr/>
        </p:nvSpPr>
        <p:spPr>
          <a:xfrm>
            <a:off x="768153" y="2716332"/>
            <a:ext cx="1026543" cy="325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Nexus</a:t>
            </a:r>
            <a:endParaRPr sz="9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algn="ctr">
              <a:buClr>
                <a:srgbClr val="000000"/>
              </a:buClr>
              <a:buSzPts val="1400"/>
            </a:pPr>
            <a:r>
              <a:rPr lang="en-US" sz="9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遠端倉庫</a:t>
            </a:r>
            <a:endParaRPr sz="90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61" name="Google Shape;193;p15"/>
          <p:cNvGrpSpPr/>
          <p:nvPr/>
        </p:nvGrpSpPr>
        <p:grpSpPr>
          <a:xfrm>
            <a:off x="1071251" y="2326924"/>
            <a:ext cx="424868" cy="424868"/>
            <a:chOff x="1727119" y="3761282"/>
            <a:chExt cx="616628" cy="616628"/>
          </a:xfrm>
        </p:grpSpPr>
        <p:sp>
          <p:nvSpPr>
            <p:cNvPr id="62" name="Google Shape;194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63" name="Google Shape;195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cxnSp>
        <p:nvCxnSpPr>
          <p:cNvPr id="65" name="Google Shape;196;p15"/>
          <p:cNvCxnSpPr>
            <a:endCxn id="62" idx="6"/>
          </p:cNvCxnSpPr>
          <p:nvPr/>
        </p:nvCxnSpPr>
        <p:spPr>
          <a:xfrm rot="16200000" flipV="1">
            <a:off x="1222814" y="2812662"/>
            <a:ext cx="826523" cy="279913"/>
          </a:xfrm>
          <a:prstGeom prst="bentConnector2">
            <a:avLst/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" name="Google Shape;197;p15"/>
          <p:cNvSpPr txBox="1"/>
          <p:nvPr/>
        </p:nvSpPr>
        <p:spPr>
          <a:xfrm>
            <a:off x="4011146" y="2976028"/>
            <a:ext cx="791092" cy="25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SzPts val="1200"/>
            </a:pPr>
            <a:r>
              <a:rPr lang="en-US" sz="758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</a:t>
            </a: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10.22.109.110</a:t>
            </a:r>
            <a:r>
              <a:rPr lang="en-US" sz="758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)</a:t>
            </a:r>
            <a:r>
              <a:rPr lang="en-US" altLang="zh-TW" sz="758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 (Main branch)</a:t>
            </a:r>
          </a:p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endParaRPr sz="758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67" name="Google Shape;198;p15"/>
          <p:cNvSpPr txBox="1"/>
          <p:nvPr/>
        </p:nvSpPr>
        <p:spPr>
          <a:xfrm>
            <a:off x="2014088" y="2744538"/>
            <a:ext cx="87985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758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(10.21.109.130)</a:t>
            </a:r>
            <a:endParaRPr sz="758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68" name="Google Shape;199;p15"/>
          <p:cNvSpPr txBox="1"/>
          <p:nvPr/>
        </p:nvSpPr>
        <p:spPr>
          <a:xfrm>
            <a:off x="980138" y="3018402"/>
            <a:ext cx="644591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(10.21.114.105)</a:t>
            </a:r>
            <a:endParaRPr sz="7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69" name="Google Shape;200;p15"/>
          <p:cNvSpPr txBox="1"/>
          <p:nvPr/>
        </p:nvSpPr>
        <p:spPr>
          <a:xfrm>
            <a:off x="929573" y="5524670"/>
            <a:ext cx="66929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</a:t>
            </a:r>
            <a:r>
              <a:rPr lang="en-US" sz="700" dirty="0" smtClean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10.21.107.151</a:t>
            </a: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)</a:t>
            </a:r>
            <a:endParaRPr sz="7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70" name="Google Shape;201;p15"/>
          <p:cNvCxnSpPr>
            <a:stCxn id="47" idx="6"/>
            <a:endCxn id="131" idx="7"/>
          </p:cNvCxnSpPr>
          <p:nvPr/>
        </p:nvCxnSpPr>
        <p:spPr>
          <a:xfrm>
            <a:off x="4651468" y="2513163"/>
            <a:ext cx="158307" cy="1215636"/>
          </a:xfrm>
          <a:prstGeom prst="bentConnector2">
            <a:avLst/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1" name="Google Shape;203;p15"/>
          <p:cNvCxnSpPr>
            <a:stCxn id="131" idx="6"/>
            <a:endCxn id="54" idx="2"/>
          </p:cNvCxnSpPr>
          <p:nvPr/>
        </p:nvCxnSpPr>
        <p:spPr>
          <a:xfrm flipV="1">
            <a:off x="4871995" y="3225759"/>
            <a:ext cx="811919" cy="653254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2" name="Google Shape;204;p15"/>
          <p:cNvCxnSpPr>
            <a:stCxn id="41" idx="6"/>
            <a:endCxn id="152" idx="2"/>
          </p:cNvCxnSpPr>
          <p:nvPr/>
        </p:nvCxnSpPr>
        <p:spPr>
          <a:xfrm rot="10800000" flipH="1">
            <a:off x="6123235" y="3878948"/>
            <a:ext cx="1180083" cy="241639"/>
          </a:xfrm>
          <a:prstGeom prst="bentConnector3">
            <a:avLst>
              <a:gd name="adj1" fmla="val 62123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3" name="Google Shape;206;p15"/>
          <p:cNvCxnSpPr>
            <a:stCxn id="114" idx="4"/>
            <a:endCxn id="58" idx="5"/>
          </p:cNvCxnSpPr>
          <p:nvPr/>
        </p:nvCxnSpPr>
        <p:spPr>
          <a:xfrm rot="5400000" flipH="1">
            <a:off x="2398692" y="4435268"/>
            <a:ext cx="192445" cy="1792097"/>
          </a:xfrm>
          <a:prstGeom prst="bentConnector3">
            <a:avLst>
              <a:gd name="adj1" fmla="val -81847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" name="Google Shape;208;p15"/>
          <p:cNvCxnSpPr>
            <a:stCxn id="135" idx="4"/>
          </p:cNvCxnSpPr>
          <p:nvPr/>
        </p:nvCxnSpPr>
        <p:spPr>
          <a:xfrm rot="-5400000">
            <a:off x="5214854" y="4966895"/>
            <a:ext cx="260449" cy="660838"/>
          </a:xfrm>
          <a:prstGeom prst="bentConnector4">
            <a:avLst>
              <a:gd name="adj1" fmla="val -60476"/>
              <a:gd name="adj2" fmla="val 72693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" name="Google Shape;210;p15"/>
          <p:cNvCxnSpPr>
            <a:stCxn id="156" idx="4"/>
            <a:endCxn id="38" idx="6"/>
          </p:cNvCxnSpPr>
          <p:nvPr/>
        </p:nvCxnSpPr>
        <p:spPr>
          <a:xfrm rot="5400000" flipH="1">
            <a:off x="6798558" y="4355149"/>
            <a:ext cx="390467" cy="1754312"/>
          </a:xfrm>
          <a:prstGeom prst="bentConnector4">
            <a:avLst>
              <a:gd name="adj1" fmla="val -40339"/>
              <a:gd name="adj2" fmla="val 73424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6" name="Google Shape;212;p15"/>
          <p:cNvSpPr txBox="1"/>
          <p:nvPr/>
        </p:nvSpPr>
        <p:spPr>
          <a:xfrm>
            <a:off x="5530567" y="3706827"/>
            <a:ext cx="87985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827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(10.22.114.105)</a:t>
            </a:r>
            <a:endParaRPr sz="827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77" name="Google Shape;213;p15"/>
          <p:cNvSpPr txBox="1"/>
          <p:nvPr/>
        </p:nvSpPr>
        <p:spPr>
          <a:xfrm>
            <a:off x="5567143" y="5544003"/>
            <a:ext cx="87985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827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(10.22.107.151)</a:t>
            </a:r>
            <a:endParaRPr sz="827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78" name="Google Shape;214;p15"/>
          <p:cNvSpPr txBox="1"/>
          <p:nvPr/>
        </p:nvSpPr>
        <p:spPr>
          <a:xfrm>
            <a:off x="5554951" y="4637126"/>
            <a:ext cx="87985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827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(10.22.109.105)</a:t>
            </a:r>
            <a:endParaRPr sz="827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79" name="Google Shape;215;p15"/>
          <p:cNvSpPr/>
          <p:nvPr/>
        </p:nvSpPr>
        <p:spPr>
          <a:xfrm>
            <a:off x="7488601" y="1990368"/>
            <a:ext cx="157510" cy="21951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BF2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488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80" name="Google Shape;216;p15"/>
          <p:cNvCxnSpPr/>
          <p:nvPr/>
        </p:nvCxnSpPr>
        <p:spPr>
          <a:xfrm>
            <a:off x="8820547" y="1734813"/>
            <a:ext cx="504031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1" name="Google Shape;217;p15"/>
          <p:cNvCxnSpPr/>
          <p:nvPr/>
        </p:nvCxnSpPr>
        <p:spPr>
          <a:xfrm>
            <a:off x="8820547" y="1895737"/>
            <a:ext cx="504031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2" name="Google Shape;218;p15"/>
          <p:cNvSpPr txBox="1"/>
          <p:nvPr/>
        </p:nvSpPr>
        <p:spPr>
          <a:xfrm>
            <a:off x="9405670" y="1661637"/>
            <a:ext cx="356573" cy="22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965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443</a:t>
            </a:r>
            <a:endParaRPr sz="965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83" name="Google Shape;219;p15"/>
          <p:cNvSpPr txBox="1"/>
          <p:nvPr/>
        </p:nvSpPr>
        <p:spPr>
          <a:xfrm>
            <a:off x="9405670" y="1831345"/>
            <a:ext cx="356573" cy="22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965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22</a:t>
            </a:r>
            <a:endParaRPr sz="965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84" name="Google Shape;220;p15"/>
          <p:cNvCxnSpPr>
            <a:endCxn id="44" idx="6"/>
          </p:cNvCxnSpPr>
          <p:nvPr/>
        </p:nvCxnSpPr>
        <p:spPr>
          <a:xfrm rot="10800000" flipV="1">
            <a:off x="1628730" y="3878707"/>
            <a:ext cx="1210159" cy="377250"/>
          </a:xfrm>
          <a:prstGeom prst="bentConnector3">
            <a:avLst>
              <a:gd name="adj1" fmla="val 49365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5" name="Google Shape;221;p15"/>
          <p:cNvSpPr txBox="1"/>
          <p:nvPr/>
        </p:nvSpPr>
        <p:spPr>
          <a:xfrm>
            <a:off x="8977332" y="1488171"/>
            <a:ext cx="429464" cy="2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600"/>
            </a:pPr>
            <a:r>
              <a:rPr lang="en-US" sz="1102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Port</a:t>
            </a:r>
            <a:endParaRPr sz="1102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86" name="Google Shape;222;p15"/>
          <p:cNvSpPr/>
          <p:nvPr/>
        </p:nvSpPr>
        <p:spPr>
          <a:xfrm>
            <a:off x="2667013" y="1894859"/>
            <a:ext cx="730667" cy="936421"/>
          </a:xfrm>
          <a:prstGeom prst="arc">
            <a:avLst>
              <a:gd name="adj1" fmla="val 12124223"/>
              <a:gd name="adj2" fmla="val 14374914"/>
            </a:avLst>
          </a:prstGeom>
          <a:noFill/>
          <a:ln w="28575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4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87" name="Google Shape;223;p15"/>
          <p:cNvGrpSpPr/>
          <p:nvPr/>
        </p:nvGrpSpPr>
        <p:grpSpPr>
          <a:xfrm>
            <a:off x="5679894" y="2157264"/>
            <a:ext cx="424868" cy="424868"/>
            <a:chOff x="1727119" y="3761282"/>
            <a:chExt cx="616628" cy="616628"/>
          </a:xfrm>
        </p:grpSpPr>
        <p:sp>
          <p:nvSpPr>
            <p:cNvPr id="88" name="Google Shape;224;p15"/>
            <p:cNvSpPr/>
            <p:nvPr/>
          </p:nvSpPr>
          <p:spPr>
            <a:xfrm>
              <a:off x="1727119" y="3761282"/>
              <a:ext cx="616628" cy="616628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800"/>
              </a:pPr>
              <a:endParaRPr sz="1240">
                <a:solidFill>
                  <a:schemeClr val="l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89" name="Google Shape;225;p15"/>
            <p:cNvSpPr/>
            <p:nvPr/>
          </p:nvSpPr>
          <p:spPr>
            <a:xfrm>
              <a:off x="1823373" y="3865342"/>
              <a:ext cx="417561" cy="417563"/>
            </a:xfrm>
            <a:custGeom>
              <a:avLst/>
              <a:gdLst/>
              <a:ahLst/>
              <a:cxnLst/>
              <a:rect l="l" t="t" r="r" b="b"/>
              <a:pathLst>
                <a:path w="228601" h="228602" extrusionOk="0">
                  <a:moveTo>
                    <a:pt x="110405" y="68"/>
                  </a:moveTo>
                  <a:cubicBezTo>
                    <a:pt x="47321" y="2220"/>
                    <a:pt x="-2076" y="55103"/>
                    <a:pt x="67" y="118197"/>
                  </a:cubicBezTo>
                  <a:cubicBezTo>
                    <a:pt x="2220" y="181290"/>
                    <a:pt x="55103" y="230687"/>
                    <a:pt x="118196" y="228534"/>
                  </a:cubicBezTo>
                  <a:cubicBezTo>
                    <a:pt x="181290" y="226325"/>
                    <a:pt x="230677" y="173423"/>
                    <a:pt x="228534" y="110320"/>
                  </a:cubicBezTo>
                  <a:cubicBezTo>
                    <a:pt x="226334" y="47274"/>
                    <a:pt x="173460" y="-2085"/>
                    <a:pt x="110405" y="68"/>
                  </a:cubicBezTo>
                  <a:close/>
                  <a:moveTo>
                    <a:pt x="118225" y="208684"/>
                  </a:moveTo>
                  <a:cubicBezTo>
                    <a:pt x="115542" y="208767"/>
                    <a:pt x="112857" y="208736"/>
                    <a:pt x="110176" y="208589"/>
                  </a:cubicBezTo>
                  <a:lnTo>
                    <a:pt x="109767" y="194502"/>
                  </a:lnTo>
                  <a:lnTo>
                    <a:pt x="65009" y="177128"/>
                  </a:lnTo>
                  <a:lnTo>
                    <a:pt x="64094" y="194044"/>
                  </a:lnTo>
                  <a:cubicBezTo>
                    <a:pt x="37914" y="177462"/>
                    <a:pt x="21568" y="149060"/>
                    <a:pt x="20384" y="118092"/>
                  </a:cubicBezTo>
                  <a:cubicBezTo>
                    <a:pt x="18384" y="66057"/>
                    <a:pt x="58951" y="22252"/>
                    <a:pt x="110986" y="20251"/>
                  </a:cubicBezTo>
                  <a:lnTo>
                    <a:pt x="111119" y="20251"/>
                  </a:lnTo>
                  <a:cubicBezTo>
                    <a:pt x="129535" y="19557"/>
                    <a:pt x="147748" y="24297"/>
                    <a:pt x="163488" y="33882"/>
                  </a:cubicBezTo>
                  <a:lnTo>
                    <a:pt x="114243" y="87917"/>
                  </a:lnTo>
                  <a:lnTo>
                    <a:pt x="185871" y="52808"/>
                  </a:lnTo>
                  <a:cubicBezTo>
                    <a:pt x="190383" y="58045"/>
                    <a:pt x="194306" y="63763"/>
                    <a:pt x="197568" y="69857"/>
                  </a:cubicBezTo>
                  <a:lnTo>
                    <a:pt x="116977" y="96404"/>
                  </a:lnTo>
                  <a:lnTo>
                    <a:pt x="206445" y="93327"/>
                  </a:lnTo>
                  <a:cubicBezTo>
                    <a:pt x="207684" y="98728"/>
                    <a:pt x="208465" y="104290"/>
                    <a:pt x="208741" y="110015"/>
                  </a:cubicBezTo>
                  <a:lnTo>
                    <a:pt x="120025" y="104176"/>
                  </a:lnTo>
                  <a:lnTo>
                    <a:pt x="206569" y="134828"/>
                  </a:lnTo>
                  <a:cubicBezTo>
                    <a:pt x="197539" y="175699"/>
                    <a:pt x="161992" y="206998"/>
                    <a:pt x="118225" y="208684"/>
                  </a:cubicBezTo>
                  <a:close/>
                  <a:moveTo>
                    <a:pt x="63685" y="86088"/>
                  </a:moveTo>
                  <a:lnTo>
                    <a:pt x="66428" y="86088"/>
                  </a:lnTo>
                  <a:lnTo>
                    <a:pt x="66428" y="110272"/>
                  </a:lnTo>
                  <a:lnTo>
                    <a:pt x="64199" y="110272"/>
                  </a:lnTo>
                  <a:lnTo>
                    <a:pt x="64199" y="118654"/>
                  </a:lnTo>
                  <a:lnTo>
                    <a:pt x="68085" y="118654"/>
                  </a:lnTo>
                  <a:lnTo>
                    <a:pt x="67447" y="131256"/>
                  </a:lnTo>
                  <a:lnTo>
                    <a:pt x="107423" y="145629"/>
                  </a:lnTo>
                  <a:lnTo>
                    <a:pt x="106214" y="118654"/>
                  </a:lnTo>
                  <a:lnTo>
                    <a:pt x="110167" y="118654"/>
                  </a:lnTo>
                  <a:lnTo>
                    <a:pt x="110167" y="110272"/>
                  </a:lnTo>
                  <a:lnTo>
                    <a:pt x="107928" y="110272"/>
                  </a:lnTo>
                  <a:lnTo>
                    <a:pt x="107928" y="86088"/>
                  </a:lnTo>
                  <a:lnTo>
                    <a:pt x="110624" y="86088"/>
                  </a:lnTo>
                  <a:lnTo>
                    <a:pt x="87516" y="59218"/>
                  </a:lnTo>
                  <a:lnTo>
                    <a:pt x="63685" y="86088"/>
                  </a:lnTo>
                  <a:close/>
                  <a:moveTo>
                    <a:pt x="100213" y="110272"/>
                  </a:moveTo>
                  <a:lnTo>
                    <a:pt x="91526" y="110272"/>
                  </a:lnTo>
                  <a:lnTo>
                    <a:pt x="91526" y="94927"/>
                  </a:lnTo>
                  <a:lnTo>
                    <a:pt x="82839" y="94927"/>
                  </a:lnTo>
                  <a:lnTo>
                    <a:pt x="82839" y="110272"/>
                  </a:lnTo>
                  <a:lnTo>
                    <a:pt x="74153" y="110272"/>
                  </a:lnTo>
                  <a:lnTo>
                    <a:pt x="74153" y="86088"/>
                  </a:lnTo>
                  <a:lnTo>
                    <a:pt x="100213" y="86088"/>
                  </a:lnTo>
                  <a:lnTo>
                    <a:pt x="100213" y="110272"/>
                  </a:lnTo>
                  <a:close/>
                  <a:moveTo>
                    <a:pt x="107833" y="153449"/>
                  </a:moveTo>
                  <a:lnTo>
                    <a:pt x="108138" y="160355"/>
                  </a:lnTo>
                  <a:lnTo>
                    <a:pt x="66685" y="145467"/>
                  </a:lnTo>
                  <a:lnTo>
                    <a:pt x="67142" y="137695"/>
                  </a:lnTo>
                  <a:lnTo>
                    <a:pt x="107833" y="153449"/>
                  </a:lnTo>
                  <a:close/>
                  <a:moveTo>
                    <a:pt x="66428" y="150306"/>
                  </a:moveTo>
                  <a:lnTo>
                    <a:pt x="108443" y="166612"/>
                  </a:lnTo>
                  <a:lnTo>
                    <a:pt x="108747" y="173470"/>
                  </a:lnTo>
                  <a:lnTo>
                    <a:pt x="66028" y="158126"/>
                  </a:lnTo>
                  <a:lnTo>
                    <a:pt x="66428" y="150306"/>
                  </a:lnTo>
                  <a:close/>
                  <a:moveTo>
                    <a:pt x="109100" y="179719"/>
                  </a:moveTo>
                  <a:lnTo>
                    <a:pt x="109405" y="186529"/>
                  </a:lnTo>
                  <a:lnTo>
                    <a:pt x="65361" y="170784"/>
                  </a:lnTo>
                  <a:lnTo>
                    <a:pt x="65818" y="162964"/>
                  </a:lnTo>
                  <a:lnTo>
                    <a:pt x="109100" y="179719"/>
                  </a:lnTo>
                  <a:close/>
                </a:path>
              </a:pathLst>
            </a:custGeom>
            <a:solidFill>
              <a:srgbClr val="032481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rgbClr val="000000"/>
                </a:buClr>
                <a:buSzPts val="2160"/>
              </a:pPr>
              <a:endParaRPr sz="1488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90" name="Google Shape;226;p15"/>
          <p:cNvSpPr txBox="1"/>
          <p:nvPr/>
        </p:nvSpPr>
        <p:spPr>
          <a:xfrm>
            <a:off x="5389942" y="2601522"/>
            <a:ext cx="1056225" cy="186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CICD </a:t>
            </a: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Apiservice</a:t>
            </a:r>
            <a:endParaRPr sz="8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91" name="Google Shape;227;p15"/>
          <p:cNvSpPr txBox="1"/>
          <p:nvPr/>
        </p:nvSpPr>
        <p:spPr>
          <a:xfrm>
            <a:off x="5530566" y="2776675"/>
            <a:ext cx="879853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827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(10.22.109.121)</a:t>
            </a:r>
            <a:endParaRPr sz="827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93" name="Google Shape;229;p15"/>
          <p:cNvCxnSpPr>
            <a:stCxn id="38" idx="2"/>
            <a:endCxn id="131" idx="6"/>
          </p:cNvCxnSpPr>
          <p:nvPr/>
        </p:nvCxnSpPr>
        <p:spPr>
          <a:xfrm rot="10800000">
            <a:off x="4872091" y="3879009"/>
            <a:ext cx="819588" cy="1157965"/>
          </a:xfrm>
          <a:prstGeom prst="bentConnector3">
            <a:avLst>
              <a:gd name="adj1" fmla="val 31989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95" name="Google Shape;232;p15"/>
          <p:cNvGrpSpPr/>
          <p:nvPr/>
        </p:nvGrpSpPr>
        <p:grpSpPr>
          <a:xfrm>
            <a:off x="2345543" y="3666578"/>
            <a:ext cx="1345419" cy="1833399"/>
            <a:chOff x="3404177" y="4903085"/>
            <a:chExt cx="1952659" cy="2660882"/>
          </a:xfrm>
        </p:grpSpPr>
        <p:grpSp>
          <p:nvGrpSpPr>
            <p:cNvPr id="96" name="Google Shape;233;p15"/>
            <p:cNvGrpSpPr/>
            <p:nvPr/>
          </p:nvGrpSpPr>
          <p:grpSpPr>
            <a:xfrm>
              <a:off x="4486036" y="6588033"/>
              <a:ext cx="870800" cy="870801"/>
              <a:chOff x="4497240" y="6687291"/>
              <a:chExt cx="870800" cy="870801"/>
            </a:xfrm>
          </p:grpSpPr>
          <p:grpSp>
            <p:nvGrpSpPr>
              <p:cNvPr id="112" name="Google Shape;234;p15"/>
              <p:cNvGrpSpPr/>
              <p:nvPr/>
            </p:nvGrpSpPr>
            <p:grpSpPr>
              <a:xfrm>
                <a:off x="4497240" y="6687291"/>
                <a:ext cx="870800" cy="870801"/>
                <a:chOff x="1811898" y="6386733"/>
                <a:chExt cx="870800" cy="870800"/>
              </a:xfrm>
            </p:grpSpPr>
            <p:sp>
              <p:nvSpPr>
                <p:cNvPr id="114" name="Google Shape;207;p15"/>
                <p:cNvSpPr/>
                <p:nvPr/>
              </p:nvSpPr>
              <p:spPr>
                <a:xfrm>
                  <a:off x="1811898" y="6386733"/>
                  <a:ext cx="870800" cy="870800"/>
                </a:xfrm>
                <a:prstGeom prst="ellipse">
                  <a:avLst/>
                </a:prstGeom>
                <a:solidFill>
                  <a:srgbClr val="002FA7"/>
                </a:solidFill>
                <a:ln>
                  <a:noFill/>
                </a:ln>
                <a:effectLst>
                  <a:outerShdw blurRad="342900" algn="ctr" rotWithShape="0">
                    <a:srgbClr val="002FA7">
                      <a:alpha val="14117"/>
                    </a:srgbClr>
                  </a:outerShdw>
                </a:effectLst>
              </p:spPr>
              <p:txBody>
                <a:bodyPr spcFirstLastPara="1" wrap="square" lIns="62994" tIns="31488" rIns="62994" bIns="31488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800"/>
                  </a:pPr>
                  <a:endParaRPr sz="1240">
                    <a:solidFill>
                      <a:schemeClr val="lt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15" name="Google Shape;235;p15"/>
                <p:cNvSpPr txBox="1"/>
                <p:nvPr/>
              </p:nvSpPr>
              <p:spPr>
                <a:xfrm>
                  <a:off x="1902711" y="6418305"/>
                  <a:ext cx="689174" cy="461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2994" tIns="31488" rIns="62994" bIns="31488" anchor="t" anchorCtr="0">
                  <a:spAutoFit/>
                </a:bodyPr>
                <a:lstStyle/>
                <a:p>
                  <a:pPr algn="ctr">
                    <a:buClr>
                      <a:srgbClr val="000000"/>
                    </a:buClr>
                    <a:buSzPts val="1200"/>
                  </a:pPr>
                  <a:r>
                    <a:rPr lang="en-US" sz="827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rPr>
                    <a:t>Service</a:t>
                  </a:r>
                  <a:endParaRPr sz="827">
                    <a:solidFill>
                      <a:schemeClr val="lt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</p:grpSp>
          <p:pic>
            <p:nvPicPr>
              <p:cNvPr id="113" name="Google Shape;236;p15" descr="OpenShift Logo transparent PNG - Stick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68103" y="6963872"/>
                <a:ext cx="529074" cy="490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7" name="Google Shape;237;p15"/>
            <p:cNvSpPr txBox="1"/>
            <p:nvPr/>
          </p:nvSpPr>
          <p:spPr>
            <a:xfrm>
              <a:off x="3547608" y="5554929"/>
              <a:ext cx="1701644" cy="82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Jenkins</a:t>
              </a:r>
              <a:endParaRPr sz="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 err="1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自動化組建</a:t>
              </a:r>
              <a:endParaRPr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</a:t>
              </a:r>
              <a:r>
                <a:rPr lang="en-US" sz="7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10.21.109.120</a:t>
              </a:r>
              <a:r>
                <a:rPr lang="en-US" sz="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)</a:t>
              </a:r>
              <a:endParaRPr sz="8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endParaRPr sz="9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grpSp>
          <p:nvGrpSpPr>
            <p:cNvPr id="98" name="Google Shape;238;p15"/>
            <p:cNvGrpSpPr/>
            <p:nvPr/>
          </p:nvGrpSpPr>
          <p:grpSpPr>
            <a:xfrm>
              <a:off x="4097754" y="4903085"/>
              <a:ext cx="616628" cy="616628"/>
              <a:chOff x="2583568" y="4846022"/>
              <a:chExt cx="616628" cy="616628"/>
            </a:xfrm>
          </p:grpSpPr>
          <p:sp>
            <p:nvSpPr>
              <p:cNvPr id="110" name="Google Shape;166;p15"/>
              <p:cNvSpPr/>
              <p:nvPr/>
            </p:nvSpPr>
            <p:spPr>
              <a:xfrm>
                <a:off x="2583568" y="4846022"/>
                <a:ext cx="616628" cy="616628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11" name="Google Shape;239;p15"/>
              <p:cNvSpPr/>
              <p:nvPr/>
            </p:nvSpPr>
            <p:spPr>
              <a:xfrm>
                <a:off x="2702181" y="4933861"/>
                <a:ext cx="378671" cy="417691"/>
              </a:xfrm>
              <a:custGeom>
                <a:avLst/>
                <a:gdLst/>
                <a:ahLst/>
                <a:cxnLst/>
                <a:rect l="l" t="t" r="r" b="b"/>
                <a:pathLst>
                  <a:path w="1573754" h="1735920" extrusionOk="0">
                    <a:moveTo>
                      <a:pt x="126517" y="1735921"/>
                    </a:moveTo>
                    <a:lnTo>
                      <a:pt x="56163" y="1735921"/>
                    </a:lnTo>
                    <a:cubicBezTo>
                      <a:pt x="54210" y="1731147"/>
                      <a:pt x="52529" y="1726320"/>
                      <a:pt x="51119" y="1721817"/>
                    </a:cubicBezTo>
                    <a:cubicBezTo>
                      <a:pt x="35551" y="1673486"/>
                      <a:pt x="8157" y="1613818"/>
                      <a:pt x="1160" y="1565812"/>
                    </a:cubicBezTo>
                    <a:cubicBezTo>
                      <a:pt x="-9635" y="1494644"/>
                      <a:pt x="57357" y="1490684"/>
                      <a:pt x="100589" y="1459928"/>
                    </a:cubicBezTo>
                    <a:cubicBezTo>
                      <a:pt x="166712" y="1412139"/>
                      <a:pt x="218678" y="1385885"/>
                      <a:pt x="290442" y="1342599"/>
                    </a:cubicBezTo>
                    <a:cubicBezTo>
                      <a:pt x="311923" y="1329960"/>
                      <a:pt x="375985" y="1297685"/>
                      <a:pt x="383091" y="1282713"/>
                    </a:cubicBezTo>
                    <a:cubicBezTo>
                      <a:pt x="397465" y="1253367"/>
                      <a:pt x="358193" y="1211817"/>
                      <a:pt x="347778" y="1188709"/>
                    </a:cubicBezTo>
                    <a:cubicBezTo>
                      <a:pt x="331342" y="1152257"/>
                      <a:pt x="322609" y="1120850"/>
                      <a:pt x="320385" y="1084995"/>
                    </a:cubicBezTo>
                    <a:cubicBezTo>
                      <a:pt x="260771" y="1075393"/>
                      <a:pt x="215315" y="1039484"/>
                      <a:pt x="186999" y="999343"/>
                    </a:cubicBezTo>
                    <a:cubicBezTo>
                      <a:pt x="141489" y="932461"/>
                      <a:pt x="109919" y="808676"/>
                      <a:pt x="149191" y="714618"/>
                    </a:cubicBezTo>
                    <a:cubicBezTo>
                      <a:pt x="152283" y="707240"/>
                      <a:pt x="167580" y="692540"/>
                      <a:pt x="169804" y="680986"/>
                    </a:cubicBezTo>
                    <a:cubicBezTo>
                      <a:pt x="173981" y="658638"/>
                      <a:pt x="162156" y="628967"/>
                      <a:pt x="161071" y="605262"/>
                    </a:cubicBezTo>
                    <a:cubicBezTo>
                      <a:pt x="156514" y="482942"/>
                      <a:pt x="181683" y="377601"/>
                      <a:pt x="264134" y="340552"/>
                    </a:cubicBezTo>
                    <a:cubicBezTo>
                      <a:pt x="297494" y="207492"/>
                      <a:pt x="417048" y="163120"/>
                      <a:pt x="529712" y="97051"/>
                    </a:cubicBezTo>
                    <a:cubicBezTo>
                      <a:pt x="571805" y="72153"/>
                      <a:pt x="618455" y="56314"/>
                      <a:pt x="666461" y="38522"/>
                    </a:cubicBezTo>
                    <a:cubicBezTo>
                      <a:pt x="837926" y="-24780"/>
                      <a:pt x="1102364" y="-12901"/>
                      <a:pt x="1244754" y="95316"/>
                    </a:cubicBezTo>
                    <a:cubicBezTo>
                      <a:pt x="1305236" y="141097"/>
                      <a:pt x="1402116" y="237706"/>
                      <a:pt x="1436832" y="307789"/>
                    </a:cubicBezTo>
                    <a:cubicBezTo>
                      <a:pt x="1528124" y="492598"/>
                      <a:pt x="1521290" y="801625"/>
                      <a:pt x="1457445" y="1026465"/>
                    </a:cubicBezTo>
                    <a:cubicBezTo>
                      <a:pt x="1448711" y="1056679"/>
                      <a:pt x="1436561" y="1101105"/>
                      <a:pt x="1419040" y="1137286"/>
                    </a:cubicBezTo>
                    <a:cubicBezTo>
                      <a:pt x="1406889" y="1162401"/>
                      <a:pt x="1369081" y="1213227"/>
                      <a:pt x="1373855" y="1235575"/>
                    </a:cubicBezTo>
                    <a:cubicBezTo>
                      <a:pt x="1378411" y="1258412"/>
                      <a:pt x="1459777" y="1320359"/>
                      <a:pt x="1477298" y="1336469"/>
                    </a:cubicBezTo>
                    <a:cubicBezTo>
                      <a:pt x="1508596" y="1366900"/>
                      <a:pt x="1568590" y="1407040"/>
                      <a:pt x="1573038" y="1444957"/>
                    </a:cubicBezTo>
                    <a:cubicBezTo>
                      <a:pt x="1578083" y="1485314"/>
                      <a:pt x="1555246" y="1541511"/>
                      <a:pt x="1543367" y="1580566"/>
                    </a:cubicBezTo>
                    <a:cubicBezTo>
                      <a:pt x="1527799" y="1632803"/>
                      <a:pt x="1511960" y="1684769"/>
                      <a:pt x="1496229" y="1734782"/>
                    </a:cubicBezTo>
                    <a:lnTo>
                      <a:pt x="126517" y="1734782"/>
                    </a:lnTo>
                    <a:close/>
                    <a:moveTo>
                      <a:pt x="929760" y="1479944"/>
                    </a:moveTo>
                    <a:cubicBezTo>
                      <a:pt x="890488" y="1458192"/>
                      <a:pt x="831416" y="1435030"/>
                      <a:pt x="780264" y="1425103"/>
                    </a:cubicBezTo>
                    <a:cubicBezTo>
                      <a:pt x="717558" y="1413224"/>
                      <a:pt x="724068" y="1511026"/>
                      <a:pt x="726020" y="1569175"/>
                    </a:cubicBezTo>
                    <a:cubicBezTo>
                      <a:pt x="728244" y="1615825"/>
                      <a:pt x="752275" y="1664427"/>
                      <a:pt x="763069" y="1695455"/>
                    </a:cubicBezTo>
                    <a:cubicBezTo>
                      <a:pt x="768439" y="1709612"/>
                      <a:pt x="769578" y="1725180"/>
                      <a:pt x="781729" y="1728001"/>
                    </a:cubicBezTo>
                    <a:cubicBezTo>
                      <a:pt x="803209" y="1732775"/>
                      <a:pt x="874974" y="1704188"/>
                      <a:pt x="895587" y="1693231"/>
                    </a:cubicBezTo>
                    <a:cubicBezTo>
                      <a:pt x="938819" y="1669526"/>
                      <a:pt x="972396" y="1632206"/>
                      <a:pt x="1009445" y="1607363"/>
                    </a:cubicBezTo>
                    <a:cubicBezTo>
                      <a:pt x="1010584" y="1594941"/>
                      <a:pt x="1010584" y="1582790"/>
                      <a:pt x="1011669" y="1570640"/>
                    </a:cubicBezTo>
                    <a:cubicBezTo>
                      <a:pt x="989971" y="1559845"/>
                      <a:pt x="965073" y="1551980"/>
                      <a:pt x="932310" y="1550624"/>
                    </a:cubicBezTo>
                    <a:cubicBezTo>
                      <a:pt x="954875" y="1539558"/>
                      <a:pt x="986554" y="1539558"/>
                      <a:pt x="1007166" y="1526539"/>
                    </a:cubicBezTo>
                    <a:lnTo>
                      <a:pt x="1008251" y="1512436"/>
                    </a:lnTo>
                    <a:cubicBezTo>
                      <a:pt x="972396" y="1510483"/>
                      <a:pt x="958564" y="1494047"/>
                      <a:pt x="934534" y="1481137"/>
                    </a:cubicBezTo>
                    <a:close/>
                    <a:moveTo>
                      <a:pt x="1469107" y="1692146"/>
                    </a:moveTo>
                    <a:cubicBezTo>
                      <a:pt x="1482939" y="1647449"/>
                      <a:pt x="1494764" y="1604000"/>
                      <a:pt x="1502684" y="1565595"/>
                    </a:cubicBezTo>
                    <a:cubicBezTo>
                      <a:pt x="1506969" y="1544603"/>
                      <a:pt x="1518252" y="1499201"/>
                      <a:pt x="1515431" y="1480541"/>
                    </a:cubicBezTo>
                    <a:cubicBezTo>
                      <a:pt x="1511254" y="1447181"/>
                      <a:pt x="1466015" y="1422608"/>
                      <a:pt x="1442799" y="1401996"/>
                    </a:cubicBezTo>
                    <a:cubicBezTo>
                      <a:pt x="1400705" y="1363808"/>
                      <a:pt x="1374180" y="1331316"/>
                      <a:pt x="1330134" y="1295461"/>
                    </a:cubicBezTo>
                    <a:cubicBezTo>
                      <a:pt x="1312071" y="1322583"/>
                      <a:pt x="1273558" y="1340103"/>
                      <a:pt x="1258912" y="1361584"/>
                    </a:cubicBezTo>
                    <a:cubicBezTo>
                      <a:pt x="1363765" y="1311897"/>
                      <a:pt x="1382642" y="1551437"/>
                      <a:pt x="1341417" y="1628626"/>
                    </a:cubicBezTo>
                    <a:cubicBezTo>
                      <a:pt x="1347926" y="1652331"/>
                      <a:pt x="1369678" y="1661118"/>
                      <a:pt x="1378737" y="1681731"/>
                    </a:cubicBezTo>
                    <a:lnTo>
                      <a:pt x="1372499" y="1693882"/>
                    </a:lnTo>
                    <a:lnTo>
                      <a:pt x="1465744" y="1693882"/>
                    </a:lnTo>
                    <a:cubicBezTo>
                      <a:pt x="1466557" y="1693882"/>
                      <a:pt x="1467968" y="1693882"/>
                      <a:pt x="1468836" y="1694750"/>
                    </a:cubicBezTo>
                    <a:close/>
                    <a:moveTo>
                      <a:pt x="989049" y="1691278"/>
                    </a:moveTo>
                    <a:cubicBezTo>
                      <a:pt x="985360" y="1685908"/>
                      <a:pt x="981672" y="1681351"/>
                      <a:pt x="978254" y="1676307"/>
                    </a:cubicBezTo>
                    <a:lnTo>
                      <a:pt x="956557" y="1690139"/>
                    </a:lnTo>
                    <a:lnTo>
                      <a:pt x="989049" y="1690139"/>
                    </a:lnTo>
                    <a:close/>
                    <a:moveTo>
                      <a:pt x="1189317" y="1691278"/>
                    </a:moveTo>
                    <a:cubicBezTo>
                      <a:pt x="1189914" y="1676307"/>
                      <a:pt x="1190782" y="1662149"/>
                      <a:pt x="1191650" y="1648046"/>
                    </a:cubicBezTo>
                    <a:cubicBezTo>
                      <a:pt x="1153191" y="1649998"/>
                      <a:pt x="1131981" y="1613330"/>
                      <a:pt x="1105131" y="1609912"/>
                    </a:cubicBezTo>
                    <a:cubicBezTo>
                      <a:pt x="1081697" y="1606820"/>
                      <a:pt x="1061681" y="1635895"/>
                      <a:pt x="1031413" y="1624016"/>
                    </a:cubicBezTo>
                    <a:cubicBezTo>
                      <a:pt x="1024307" y="1631664"/>
                      <a:pt x="1018124" y="1640452"/>
                      <a:pt x="1010801" y="1646961"/>
                    </a:cubicBezTo>
                    <a:cubicBezTo>
                      <a:pt x="1021812" y="1659925"/>
                      <a:pt x="1032010" y="1674083"/>
                      <a:pt x="1041340" y="1689054"/>
                    </a:cubicBezTo>
                    <a:lnTo>
                      <a:pt x="1100357" y="1689054"/>
                    </a:lnTo>
                    <a:cubicBezTo>
                      <a:pt x="1101496" y="1677175"/>
                      <a:pt x="1110284" y="1668387"/>
                      <a:pt x="1122109" y="1668387"/>
                    </a:cubicBezTo>
                    <a:cubicBezTo>
                      <a:pt x="1133934" y="1668387"/>
                      <a:pt x="1142722" y="1677229"/>
                      <a:pt x="1142722" y="1688186"/>
                    </a:cubicBezTo>
                    <a:lnTo>
                      <a:pt x="1190456" y="1688186"/>
                    </a:lnTo>
                    <a:close/>
                    <a:moveTo>
                      <a:pt x="1342502" y="1691278"/>
                    </a:moveTo>
                    <a:cubicBezTo>
                      <a:pt x="1319882" y="1656508"/>
                      <a:pt x="1274100" y="1626240"/>
                      <a:pt x="1220996" y="1651138"/>
                    </a:cubicBezTo>
                    <a:lnTo>
                      <a:pt x="1218772" y="1690139"/>
                    </a:lnTo>
                    <a:lnTo>
                      <a:pt x="1342502" y="1690139"/>
                    </a:lnTo>
                    <a:close/>
                    <a:moveTo>
                      <a:pt x="727160" y="1691278"/>
                    </a:moveTo>
                    <a:lnTo>
                      <a:pt x="719511" y="1666380"/>
                    </a:lnTo>
                    <a:cubicBezTo>
                      <a:pt x="703184" y="1614089"/>
                      <a:pt x="693528" y="1575088"/>
                      <a:pt x="690165" y="1544874"/>
                    </a:cubicBezTo>
                    <a:cubicBezTo>
                      <a:pt x="624042" y="1513250"/>
                      <a:pt x="554556" y="1481897"/>
                      <a:pt x="498359" y="1441811"/>
                    </a:cubicBezTo>
                    <a:cubicBezTo>
                      <a:pt x="487293" y="1434162"/>
                      <a:pt x="418078" y="1344009"/>
                      <a:pt x="409345" y="1347426"/>
                    </a:cubicBezTo>
                    <a:cubicBezTo>
                      <a:pt x="283336" y="1396300"/>
                      <a:pt x="166387" y="1481897"/>
                      <a:pt x="61045" y="1563263"/>
                    </a:cubicBezTo>
                    <a:cubicBezTo>
                      <a:pt x="79705" y="1603403"/>
                      <a:pt x="95761" y="1645767"/>
                      <a:pt x="111004" y="1689054"/>
                    </a:cubicBezTo>
                    <a:lnTo>
                      <a:pt x="726075" y="1689054"/>
                    </a:lnTo>
                    <a:close/>
                    <a:moveTo>
                      <a:pt x="1324710" y="1538473"/>
                    </a:moveTo>
                    <a:cubicBezTo>
                      <a:pt x="1322703" y="1501425"/>
                      <a:pt x="1312776" y="1425700"/>
                      <a:pt x="1290211" y="1412682"/>
                    </a:cubicBezTo>
                    <a:cubicBezTo>
                      <a:pt x="1242476" y="1384475"/>
                      <a:pt x="1156554" y="1468932"/>
                      <a:pt x="1120699" y="1480812"/>
                    </a:cubicBezTo>
                    <a:cubicBezTo>
                      <a:pt x="1124116" y="1491498"/>
                      <a:pt x="1130625" y="1500285"/>
                      <a:pt x="1131764" y="1515528"/>
                    </a:cubicBezTo>
                    <a:cubicBezTo>
                      <a:pt x="1152377" y="1510158"/>
                      <a:pt x="1178360" y="1513575"/>
                      <a:pt x="1196694" y="1522308"/>
                    </a:cubicBezTo>
                    <a:cubicBezTo>
                      <a:pt x="1174943" y="1524261"/>
                      <a:pt x="1151184" y="1524261"/>
                      <a:pt x="1137080" y="1534188"/>
                    </a:cubicBezTo>
                    <a:cubicBezTo>
                      <a:pt x="1131710" y="1548020"/>
                      <a:pt x="1138165" y="1568687"/>
                      <a:pt x="1134748" y="1589300"/>
                    </a:cubicBezTo>
                    <a:cubicBezTo>
                      <a:pt x="1184815" y="1603674"/>
                      <a:pt x="1243236" y="1611268"/>
                      <a:pt x="1307406" y="1613330"/>
                    </a:cubicBezTo>
                    <a:cubicBezTo>
                      <a:pt x="1319285" y="1596894"/>
                      <a:pt x="1323842" y="1566680"/>
                      <a:pt x="1322649" y="1535056"/>
                    </a:cubicBezTo>
                    <a:close/>
                    <a:moveTo>
                      <a:pt x="1029732" y="1512436"/>
                    </a:moveTo>
                    <a:cubicBezTo>
                      <a:pt x="1026314" y="1539558"/>
                      <a:pt x="1032824" y="1549485"/>
                      <a:pt x="1038248" y="1580566"/>
                    </a:cubicBezTo>
                    <a:cubicBezTo>
                      <a:pt x="1129432" y="1608773"/>
                      <a:pt x="1113105" y="1454775"/>
                      <a:pt x="1028647" y="1511351"/>
                    </a:cubicBezTo>
                    <a:close/>
                    <a:moveTo>
                      <a:pt x="552603" y="1410458"/>
                    </a:moveTo>
                    <a:cubicBezTo>
                      <a:pt x="520057" y="1443492"/>
                      <a:pt x="644383" y="1488732"/>
                      <a:pt x="683656" y="1490955"/>
                    </a:cubicBezTo>
                    <a:cubicBezTo>
                      <a:pt x="683656" y="1470072"/>
                      <a:pt x="695535" y="1450327"/>
                      <a:pt x="693583" y="1435356"/>
                    </a:cubicBezTo>
                    <a:cubicBezTo>
                      <a:pt x="646662" y="1426893"/>
                      <a:pt x="584824" y="1432535"/>
                      <a:pt x="552928" y="1410186"/>
                    </a:cubicBezTo>
                    <a:close/>
                    <a:moveTo>
                      <a:pt x="954875" y="1426026"/>
                    </a:moveTo>
                    <a:cubicBezTo>
                      <a:pt x="954875" y="1429118"/>
                      <a:pt x="950698" y="1427978"/>
                      <a:pt x="950102" y="1430528"/>
                    </a:cubicBezTo>
                    <a:cubicBezTo>
                      <a:pt x="992195" y="1463291"/>
                      <a:pt x="1023494" y="1470072"/>
                      <a:pt x="1080558" y="1467576"/>
                    </a:cubicBezTo>
                    <a:cubicBezTo>
                      <a:pt x="1105999" y="1448645"/>
                      <a:pt x="1128889" y="1426948"/>
                      <a:pt x="1156011" y="1409047"/>
                    </a:cubicBezTo>
                    <a:cubicBezTo>
                      <a:pt x="1094173" y="1414472"/>
                      <a:pt x="1016225" y="1453148"/>
                      <a:pt x="955146" y="1425754"/>
                    </a:cubicBezTo>
                    <a:close/>
                    <a:moveTo>
                      <a:pt x="1202336" y="143918"/>
                    </a:moveTo>
                    <a:cubicBezTo>
                      <a:pt x="1086254" y="78392"/>
                      <a:pt x="887667" y="28921"/>
                      <a:pt x="763015" y="91139"/>
                    </a:cubicBezTo>
                    <a:cubicBezTo>
                      <a:pt x="662989" y="141097"/>
                      <a:pt x="526240" y="224199"/>
                      <a:pt x="480784" y="329324"/>
                    </a:cubicBezTo>
                    <a:cubicBezTo>
                      <a:pt x="524233" y="430434"/>
                      <a:pt x="468850" y="523354"/>
                      <a:pt x="464674" y="626200"/>
                    </a:cubicBezTo>
                    <a:cubicBezTo>
                      <a:pt x="463209" y="681041"/>
                      <a:pt x="490656" y="729046"/>
                      <a:pt x="492935" y="788660"/>
                    </a:cubicBezTo>
                    <a:cubicBezTo>
                      <a:pt x="478180" y="812962"/>
                      <a:pt x="432995" y="816054"/>
                      <a:pt x="401642" y="814426"/>
                    </a:cubicBezTo>
                    <a:cubicBezTo>
                      <a:pt x="391173" y="761538"/>
                      <a:pt x="372513" y="702250"/>
                      <a:pt x="318053" y="696337"/>
                    </a:cubicBezTo>
                    <a:cubicBezTo>
                      <a:pt x="241189" y="688147"/>
                      <a:pt x="184667" y="751720"/>
                      <a:pt x="181304" y="818115"/>
                    </a:cubicBezTo>
                    <a:cubicBezTo>
                      <a:pt x="177018" y="896389"/>
                      <a:pt x="241786" y="1025489"/>
                      <a:pt x="332156" y="1016701"/>
                    </a:cubicBezTo>
                    <a:cubicBezTo>
                      <a:pt x="367469" y="1013284"/>
                      <a:pt x="376202" y="977700"/>
                      <a:pt x="414607" y="977700"/>
                    </a:cubicBezTo>
                    <a:cubicBezTo>
                      <a:pt x="435273" y="1018926"/>
                      <a:pt x="382440" y="1031944"/>
                      <a:pt x="376799" y="1061019"/>
                    </a:cubicBezTo>
                    <a:cubicBezTo>
                      <a:pt x="375659" y="1068613"/>
                      <a:pt x="381084" y="1098067"/>
                      <a:pt x="384447" y="1112171"/>
                    </a:cubicBezTo>
                    <a:cubicBezTo>
                      <a:pt x="401100" y="1180247"/>
                      <a:pt x="438094" y="1268122"/>
                      <a:pt x="474275" y="1320413"/>
                    </a:cubicBezTo>
                    <a:cubicBezTo>
                      <a:pt x="520274" y="1385343"/>
                      <a:pt x="610698" y="1396408"/>
                      <a:pt x="707903" y="1402918"/>
                    </a:cubicBezTo>
                    <a:cubicBezTo>
                      <a:pt x="725098" y="1365001"/>
                      <a:pt x="789269" y="1368147"/>
                      <a:pt x="831362" y="1378020"/>
                    </a:cubicBezTo>
                    <a:cubicBezTo>
                      <a:pt x="781403" y="1358221"/>
                      <a:pt x="734754" y="1309618"/>
                      <a:pt x="695752" y="1267308"/>
                    </a:cubicBezTo>
                    <a:cubicBezTo>
                      <a:pt x="651110" y="1218434"/>
                      <a:pt x="606793" y="1165275"/>
                      <a:pt x="604460" y="1102244"/>
                    </a:cubicBezTo>
                    <a:cubicBezTo>
                      <a:pt x="688158" y="1218380"/>
                      <a:pt x="756180" y="1319220"/>
                      <a:pt x="908226" y="1370371"/>
                    </a:cubicBezTo>
                    <a:cubicBezTo>
                      <a:pt x="1023222" y="1408288"/>
                      <a:pt x="1157693" y="1351983"/>
                      <a:pt x="1245568" y="1290145"/>
                    </a:cubicBezTo>
                    <a:cubicBezTo>
                      <a:pt x="1282508" y="1264162"/>
                      <a:pt x="1304314" y="1222882"/>
                      <a:pt x="1330351" y="1185942"/>
                    </a:cubicBezTo>
                    <a:cubicBezTo>
                      <a:pt x="1427773" y="1046047"/>
                      <a:pt x="1473555" y="845508"/>
                      <a:pt x="1463628" y="651098"/>
                    </a:cubicBezTo>
                    <a:cubicBezTo>
                      <a:pt x="1459451" y="570871"/>
                      <a:pt x="1459451" y="490590"/>
                      <a:pt x="1432330" y="437540"/>
                    </a:cubicBezTo>
                    <a:cubicBezTo>
                      <a:pt x="1404068" y="381072"/>
                      <a:pt x="1309684" y="331005"/>
                      <a:pt x="1253162" y="381072"/>
                    </a:cubicBezTo>
                    <a:cubicBezTo>
                      <a:pt x="1242476" y="325689"/>
                      <a:pt x="1298673" y="292058"/>
                      <a:pt x="1365067" y="311586"/>
                    </a:cubicBezTo>
                    <a:cubicBezTo>
                      <a:pt x="1317333" y="249694"/>
                      <a:pt x="1268459" y="177061"/>
                      <a:pt x="1201197" y="139253"/>
                    </a:cubicBezTo>
                    <a:close/>
                    <a:moveTo>
                      <a:pt x="901174" y="1077400"/>
                    </a:moveTo>
                    <a:cubicBezTo>
                      <a:pt x="945491" y="1189197"/>
                      <a:pt x="1098405" y="1175961"/>
                      <a:pt x="1227234" y="1173141"/>
                    </a:cubicBezTo>
                    <a:cubicBezTo>
                      <a:pt x="1220996" y="1187244"/>
                      <a:pt x="1208574" y="1204439"/>
                      <a:pt x="1193331" y="1210406"/>
                    </a:cubicBezTo>
                    <a:cubicBezTo>
                      <a:pt x="1152377" y="1227113"/>
                      <a:pt x="1038248" y="1239861"/>
                      <a:pt x="980912" y="1209593"/>
                    </a:cubicBezTo>
                    <a:cubicBezTo>
                      <a:pt x="944460" y="1189794"/>
                      <a:pt x="921244" y="1146290"/>
                      <a:pt x="901228" y="1120850"/>
                    </a:cubicBezTo>
                    <a:cubicBezTo>
                      <a:pt x="891301" y="1108428"/>
                      <a:pt x="843892" y="1076804"/>
                      <a:pt x="900360" y="1076804"/>
                    </a:cubicBezTo>
                    <a:close/>
                    <a:moveTo>
                      <a:pt x="913053" y="1014315"/>
                    </a:moveTo>
                    <a:cubicBezTo>
                      <a:pt x="977766" y="1047946"/>
                      <a:pt x="1095313" y="1051906"/>
                      <a:pt x="1182916" y="1049085"/>
                    </a:cubicBezTo>
                    <a:cubicBezTo>
                      <a:pt x="1187690" y="1068559"/>
                      <a:pt x="1187690" y="1092046"/>
                      <a:pt x="1187961" y="1115208"/>
                    </a:cubicBezTo>
                    <a:cubicBezTo>
                      <a:pt x="1075785" y="1121121"/>
                      <a:pt x="942996" y="1093131"/>
                      <a:pt x="913324" y="1014315"/>
                    </a:cubicBezTo>
                    <a:close/>
                    <a:moveTo>
                      <a:pt x="1395878" y="972222"/>
                    </a:moveTo>
                    <a:cubicBezTo>
                      <a:pt x="1361650" y="1037260"/>
                      <a:pt x="1313047" y="1109296"/>
                      <a:pt x="1212262" y="1111520"/>
                    </a:cubicBezTo>
                    <a:cubicBezTo>
                      <a:pt x="1210527" y="1091178"/>
                      <a:pt x="1209170" y="1058415"/>
                      <a:pt x="1212262" y="1046264"/>
                    </a:cubicBezTo>
                    <a:cubicBezTo>
                      <a:pt x="1289072" y="1038616"/>
                      <a:pt x="1337077" y="999343"/>
                      <a:pt x="1396203" y="972493"/>
                    </a:cubicBezTo>
                    <a:close/>
                    <a:moveTo>
                      <a:pt x="1348957" y="923945"/>
                    </a:moveTo>
                    <a:cubicBezTo>
                      <a:pt x="1275239" y="971733"/>
                      <a:pt x="1193006" y="1023374"/>
                      <a:pt x="1072367" y="1011548"/>
                    </a:cubicBezTo>
                    <a:cubicBezTo>
                      <a:pt x="1046981" y="988983"/>
                      <a:pt x="1037380" y="938916"/>
                      <a:pt x="1062224" y="905881"/>
                    </a:cubicBezTo>
                    <a:cubicBezTo>
                      <a:pt x="1075188" y="928827"/>
                      <a:pt x="1066401" y="970052"/>
                      <a:pt x="1103449" y="975964"/>
                    </a:cubicBezTo>
                    <a:cubicBezTo>
                      <a:pt x="1171796" y="988115"/>
                      <a:pt x="1250938" y="934142"/>
                      <a:pt x="1300897" y="915211"/>
                    </a:cubicBezTo>
                    <a:cubicBezTo>
                      <a:pt x="1331111" y="863788"/>
                      <a:pt x="1297479" y="844911"/>
                      <a:pt x="1270466" y="811877"/>
                    </a:cubicBezTo>
                    <a:cubicBezTo>
                      <a:pt x="1213890" y="744343"/>
                      <a:pt x="1138165" y="659831"/>
                      <a:pt x="1140227" y="557853"/>
                    </a:cubicBezTo>
                    <a:cubicBezTo>
                      <a:pt x="1162792" y="541742"/>
                      <a:pt x="1165341" y="583022"/>
                      <a:pt x="1168433" y="590345"/>
                    </a:cubicBezTo>
                    <a:cubicBezTo>
                      <a:pt x="1197888" y="659831"/>
                      <a:pt x="1271551" y="747706"/>
                      <a:pt x="1325795" y="807320"/>
                    </a:cubicBezTo>
                    <a:cubicBezTo>
                      <a:pt x="1338813" y="822563"/>
                      <a:pt x="1360565" y="835581"/>
                      <a:pt x="1362518" y="845508"/>
                    </a:cubicBezTo>
                    <a:cubicBezTo>
                      <a:pt x="1369298" y="873444"/>
                      <a:pt x="1344129" y="907075"/>
                      <a:pt x="1347546" y="925735"/>
                    </a:cubicBezTo>
                    <a:close/>
                    <a:moveTo>
                      <a:pt x="376853" y="875125"/>
                    </a:moveTo>
                    <a:cubicBezTo>
                      <a:pt x="354287" y="861835"/>
                      <a:pt x="348592" y="803577"/>
                      <a:pt x="321470" y="802221"/>
                    </a:cubicBezTo>
                    <a:cubicBezTo>
                      <a:pt x="282794" y="799997"/>
                      <a:pt x="289846" y="877946"/>
                      <a:pt x="289846" y="923456"/>
                    </a:cubicBezTo>
                    <a:cubicBezTo>
                      <a:pt x="262995" y="899752"/>
                      <a:pt x="258439" y="824787"/>
                      <a:pt x="277966" y="786979"/>
                    </a:cubicBezTo>
                    <a:cubicBezTo>
                      <a:pt x="255618" y="775967"/>
                      <a:pt x="245800" y="798858"/>
                      <a:pt x="233324" y="807320"/>
                    </a:cubicBezTo>
                    <a:cubicBezTo>
                      <a:pt x="249109" y="692323"/>
                      <a:pt x="402564" y="754541"/>
                      <a:pt x="377124" y="876807"/>
                    </a:cubicBezTo>
                    <a:close/>
                    <a:moveTo>
                      <a:pt x="259903" y="433472"/>
                    </a:moveTo>
                    <a:cubicBezTo>
                      <a:pt x="210161" y="488312"/>
                      <a:pt x="220902" y="590833"/>
                      <a:pt x="226543" y="664334"/>
                    </a:cubicBezTo>
                    <a:cubicBezTo>
                      <a:pt x="316642" y="607486"/>
                      <a:pt x="436141" y="668510"/>
                      <a:pt x="435056" y="765173"/>
                    </a:cubicBezTo>
                    <a:cubicBezTo>
                      <a:pt x="478235" y="764034"/>
                      <a:pt x="451113" y="711200"/>
                      <a:pt x="443519" y="677298"/>
                    </a:cubicBezTo>
                    <a:cubicBezTo>
                      <a:pt x="417753" y="566586"/>
                      <a:pt x="486208" y="446816"/>
                      <a:pt x="446339" y="345325"/>
                    </a:cubicBezTo>
                    <a:cubicBezTo>
                      <a:pt x="369476" y="351238"/>
                      <a:pt x="306173" y="382645"/>
                      <a:pt x="259903" y="432929"/>
                    </a:cubicBezTo>
                    <a:close/>
                    <a:moveTo>
                      <a:pt x="919562" y="513970"/>
                    </a:moveTo>
                    <a:cubicBezTo>
                      <a:pt x="941640" y="554707"/>
                      <a:pt x="948637" y="597071"/>
                      <a:pt x="980316" y="627610"/>
                    </a:cubicBezTo>
                    <a:cubicBezTo>
                      <a:pt x="994148" y="641443"/>
                      <a:pt x="1021541" y="658421"/>
                      <a:pt x="1008251" y="696554"/>
                    </a:cubicBezTo>
                    <a:cubicBezTo>
                      <a:pt x="1004942" y="705288"/>
                      <a:pt x="981726" y="724815"/>
                      <a:pt x="968490" y="729046"/>
                    </a:cubicBezTo>
                    <a:cubicBezTo>
                      <a:pt x="919617" y="743150"/>
                      <a:pt x="805488" y="731270"/>
                      <a:pt x="843892" y="670626"/>
                    </a:cubicBezTo>
                    <a:cubicBezTo>
                      <a:pt x="884630" y="671439"/>
                      <a:pt x="938873" y="696609"/>
                      <a:pt x="969087" y="667208"/>
                    </a:cubicBezTo>
                    <a:cubicBezTo>
                      <a:pt x="946467" y="629292"/>
                      <a:pt x="905242" y="556388"/>
                      <a:pt x="920485" y="513210"/>
                    </a:cubicBezTo>
                    <a:close/>
                    <a:moveTo>
                      <a:pt x="1367617" y="513210"/>
                    </a:moveTo>
                    <a:lnTo>
                      <a:pt x="1372770" y="513210"/>
                    </a:lnTo>
                    <a:cubicBezTo>
                      <a:pt x="1396474" y="561541"/>
                      <a:pt x="1415948" y="612639"/>
                      <a:pt x="1445294" y="655329"/>
                    </a:cubicBezTo>
                    <a:cubicBezTo>
                      <a:pt x="1425820" y="700840"/>
                      <a:pt x="1296720" y="741468"/>
                      <a:pt x="1298998" y="659506"/>
                    </a:cubicBezTo>
                    <a:cubicBezTo>
                      <a:pt x="1327259" y="647084"/>
                      <a:pt x="1374994" y="656956"/>
                      <a:pt x="1399892" y="641443"/>
                    </a:cubicBezTo>
                    <a:cubicBezTo>
                      <a:pt x="1386005" y="601085"/>
                      <a:pt x="1365122" y="568539"/>
                      <a:pt x="1368485" y="513210"/>
                    </a:cubicBezTo>
                    <a:close/>
                    <a:moveTo>
                      <a:pt x="866675" y="396260"/>
                    </a:moveTo>
                    <a:cubicBezTo>
                      <a:pt x="763883" y="372447"/>
                      <a:pt x="712460" y="439167"/>
                      <a:pt x="681649" y="508654"/>
                    </a:cubicBezTo>
                    <a:cubicBezTo>
                      <a:pt x="653659" y="501927"/>
                      <a:pt x="664671" y="464011"/>
                      <a:pt x="671722" y="444809"/>
                    </a:cubicBezTo>
                    <a:cubicBezTo>
                      <a:pt x="690111" y="393982"/>
                      <a:pt x="764371" y="326774"/>
                      <a:pt x="824853" y="335833"/>
                    </a:cubicBezTo>
                    <a:cubicBezTo>
                      <a:pt x="850890" y="340010"/>
                      <a:pt x="886474" y="363768"/>
                      <a:pt x="866675" y="396315"/>
                    </a:cubicBezTo>
                    <a:close/>
                    <a:moveTo>
                      <a:pt x="616448" y="115386"/>
                    </a:moveTo>
                    <a:cubicBezTo>
                      <a:pt x="503404" y="147010"/>
                      <a:pt x="358735" y="228918"/>
                      <a:pt x="312411" y="330354"/>
                    </a:cubicBezTo>
                    <a:cubicBezTo>
                      <a:pt x="348375" y="325309"/>
                      <a:pt x="373164" y="307192"/>
                      <a:pt x="408748" y="304968"/>
                    </a:cubicBezTo>
                    <a:cubicBezTo>
                      <a:pt x="422363" y="303829"/>
                      <a:pt x="439559" y="310338"/>
                      <a:pt x="455127" y="306053"/>
                    </a:cubicBezTo>
                    <a:cubicBezTo>
                      <a:pt x="485937" y="298459"/>
                      <a:pt x="511595" y="228972"/>
                      <a:pt x="534811" y="204074"/>
                    </a:cubicBezTo>
                    <a:cubicBezTo>
                      <a:pt x="557376" y="179285"/>
                      <a:pt x="584227" y="168219"/>
                      <a:pt x="602887" y="145654"/>
                    </a:cubicBezTo>
                    <a:cubicBezTo>
                      <a:pt x="614766" y="139145"/>
                      <a:pt x="632233" y="140284"/>
                      <a:pt x="633426" y="121624"/>
                    </a:cubicBezTo>
                    <a:cubicBezTo>
                      <a:pt x="628056" y="116199"/>
                      <a:pt x="622415" y="112023"/>
                      <a:pt x="616502" y="113975"/>
                    </a:cubicBezTo>
                    <a:close/>
                  </a:path>
                </a:pathLst>
              </a:custGeom>
              <a:solidFill>
                <a:srgbClr val="032481"/>
              </a:solidFill>
              <a:ln>
                <a:noFill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2160"/>
                </a:pPr>
                <a:endParaRPr sz="1488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</p:grpSp>
        <p:sp>
          <p:nvSpPr>
            <p:cNvPr id="99" name="Google Shape;240;p15"/>
            <p:cNvSpPr txBox="1"/>
            <p:nvPr/>
          </p:nvSpPr>
          <p:spPr>
            <a:xfrm>
              <a:off x="3767219" y="6016011"/>
              <a:ext cx="1276965" cy="194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05000"/>
                </a:lnSpc>
                <a:buClr>
                  <a:srgbClr val="000000"/>
                </a:buClr>
                <a:buSzPts val="1200"/>
              </a:pPr>
              <a:endParaRPr sz="70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100" name="Google Shape;241;p15"/>
            <p:cNvCxnSpPr/>
            <p:nvPr/>
          </p:nvCxnSpPr>
          <p:spPr>
            <a:xfrm rot="5400000">
              <a:off x="3781517" y="6187463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101" name="Google Shape;242;p15"/>
            <p:cNvGrpSpPr/>
            <p:nvPr/>
          </p:nvGrpSpPr>
          <p:grpSpPr>
            <a:xfrm>
              <a:off x="3404177" y="6592586"/>
              <a:ext cx="937818" cy="971381"/>
              <a:chOff x="2721902" y="6894580"/>
              <a:chExt cx="937818" cy="971381"/>
            </a:xfrm>
          </p:grpSpPr>
          <p:sp>
            <p:nvSpPr>
              <p:cNvPr id="103" name="Google Shape;243;p15"/>
              <p:cNvSpPr/>
              <p:nvPr/>
            </p:nvSpPr>
            <p:spPr>
              <a:xfrm>
                <a:off x="2788920" y="6995160"/>
                <a:ext cx="870800" cy="870801"/>
              </a:xfrm>
              <a:prstGeom prst="ellipse">
                <a:avLst/>
              </a:prstGeom>
              <a:solidFill>
                <a:srgbClr val="BBCDFF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04" name="Google Shape;244;p15"/>
              <p:cNvSpPr/>
              <p:nvPr/>
            </p:nvSpPr>
            <p:spPr>
              <a:xfrm>
                <a:off x="2743200" y="6947319"/>
                <a:ext cx="870800" cy="870801"/>
              </a:xfrm>
              <a:prstGeom prst="ellipse">
                <a:avLst/>
              </a:prstGeom>
              <a:solidFill>
                <a:srgbClr val="7A9DFD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grpSp>
            <p:nvGrpSpPr>
              <p:cNvPr id="105" name="Google Shape;245;p15"/>
              <p:cNvGrpSpPr/>
              <p:nvPr/>
            </p:nvGrpSpPr>
            <p:grpSpPr>
              <a:xfrm>
                <a:off x="2721902" y="6894580"/>
                <a:ext cx="870800" cy="870801"/>
                <a:chOff x="2948764" y="6535839"/>
                <a:chExt cx="870800" cy="870801"/>
              </a:xfrm>
            </p:grpSpPr>
            <p:grpSp>
              <p:nvGrpSpPr>
                <p:cNvPr id="106" name="Google Shape;246;p15"/>
                <p:cNvGrpSpPr/>
                <p:nvPr/>
              </p:nvGrpSpPr>
              <p:grpSpPr>
                <a:xfrm>
                  <a:off x="2948764" y="6535839"/>
                  <a:ext cx="870800" cy="870801"/>
                  <a:chOff x="1811898" y="6386733"/>
                  <a:chExt cx="870800" cy="870800"/>
                </a:xfrm>
              </p:grpSpPr>
              <p:sp>
                <p:nvSpPr>
                  <p:cNvPr id="108" name="Google Shape;247;p15"/>
                  <p:cNvSpPr/>
                  <p:nvPr/>
                </p:nvSpPr>
                <p:spPr>
                  <a:xfrm>
                    <a:off x="1811898" y="6386733"/>
                    <a:ext cx="870800" cy="870800"/>
                  </a:xfrm>
                  <a:prstGeom prst="ellipse">
                    <a:avLst/>
                  </a:prstGeom>
                  <a:solidFill>
                    <a:srgbClr val="002FA7"/>
                  </a:solidFill>
                  <a:ln>
                    <a:noFill/>
                  </a:ln>
                  <a:effectLst>
                    <a:outerShdw blurRad="342900" algn="ctr" rotWithShape="0">
                      <a:srgbClr val="002FA7">
                        <a:alpha val="14117"/>
                      </a:srgbClr>
                    </a:outerShdw>
                  </a:effectLst>
                </p:spPr>
                <p:txBody>
                  <a:bodyPr spcFirstLastPara="1" wrap="square" lIns="62994" tIns="31488" rIns="62994" bIns="314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800"/>
                    </a:pPr>
                    <a:endParaRPr sz="1240">
                      <a:solidFill>
                        <a:schemeClr val="lt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09" name="Google Shape;248;p15"/>
                  <p:cNvSpPr txBox="1"/>
                  <p:nvPr/>
                </p:nvSpPr>
                <p:spPr>
                  <a:xfrm>
                    <a:off x="1902711" y="6418305"/>
                    <a:ext cx="689173" cy="3078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2994" tIns="31488" rIns="62994" bIns="31488" anchor="t" anchorCtr="0">
                    <a:sp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400"/>
                    </a:pPr>
                    <a:r>
                      <a:rPr lang="en-US" sz="965">
                        <a:solidFill>
                          <a:schemeClr val="lt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IBM Plex Sans"/>
                        <a:sym typeface="IBM Plex Sans"/>
                      </a:rPr>
                      <a:t>VM</a:t>
                    </a:r>
                    <a:endParaRPr sz="965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</p:grpSp>
            <p:pic>
              <p:nvPicPr>
                <p:cNvPr id="107" name="Google Shape;249;p15" descr="電腦 以實心填滿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3111009" y="6765542"/>
                  <a:ext cx="530982" cy="5309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02" name="Google Shape;250;p15"/>
            <p:cNvCxnSpPr/>
            <p:nvPr/>
          </p:nvCxnSpPr>
          <p:spPr>
            <a:xfrm rot="-5400000" flipH="1">
              <a:off x="4567769" y="6205696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16" name="Google Shape;251;p15"/>
          <p:cNvGrpSpPr/>
          <p:nvPr/>
        </p:nvGrpSpPr>
        <p:grpSpPr>
          <a:xfrm>
            <a:off x="3969239" y="3666578"/>
            <a:ext cx="1345419" cy="1833399"/>
            <a:chOff x="3404177" y="4903085"/>
            <a:chExt cx="1952659" cy="2660882"/>
          </a:xfrm>
        </p:grpSpPr>
        <p:grpSp>
          <p:nvGrpSpPr>
            <p:cNvPr id="117" name="Google Shape;252;p15"/>
            <p:cNvGrpSpPr/>
            <p:nvPr/>
          </p:nvGrpSpPr>
          <p:grpSpPr>
            <a:xfrm>
              <a:off x="4486036" y="6588033"/>
              <a:ext cx="870800" cy="870801"/>
              <a:chOff x="4497240" y="6687291"/>
              <a:chExt cx="870800" cy="870801"/>
            </a:xfrm>
          </p:grpSpPr>
          <p:grpSp>
            <p:nvGrpSpPr>
              <p:cNvPr id="133" name="Google Shape;253;p15"/>
              <p:cNvGrpSpPr/>
              <p:nvPr/>
            </p:nvGrpSpPr>
            <p:grpSpPr>
              <a:xfrm>
                <a:off x="4497240" y="6687291"/>
                <a:ext cx="870800" cy="870801"/>
                <a:chOff x="1811898" y="6386733"/>
                <a:chExt cx="870800" cy="870800"/>
              </a:xfrm>
            </p:grpSpPr>
            <p:sp>
              <p:nvSpPr>
                <p:cNvPr id="135" name="Google Shape;209;p15"/>
                <p:cNvSpPr/>
                <p:nvPr/>
              </p:nvSpPr>
              <p:spPr>
                <a:xfrm>
                  <a:off x="1811898" y="6386733"/>
                  <a:ext cx="870800" cy="870800"/>
                </a:xfrm>
                <a:prstGeom prst="ellipse">
                  <a:avLst/>
                </a:prstGeom>
                <a:solidFill>
                  <a:srgbClr val="002FA7"/>
                </a:solidFill>
                <a:ln>
                  <a:noFill/>
                </a:ln>
                <a:effectLst>
                  <a:outerShdw blurRad="342900" algn="ctr" rotWithShape="0">
                    <a:srgbClr val="002FA7">
                      <a:alpha val="14117"/>
                    </a:srgbClr>
                  </a:outerShdw>
                </a:effectLst>
              </p:spPr>
              <p:txBody>
                <a:bodyPr spcFirstLastPara="1" wrap="square" lIns="62994" tIns="31488" rIns="62994" bIns="31488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800"/>
                  </a:pPr>
                  <a:endParaRPr sz="1240">
                    <a:solidFill>
                      <a:schemeClr val="lt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36" name="Google Shape;254;p15"/>
                <p:cNvSpPr txBox="1"/>
                <p:nvPr/>
              </p:nvSpPr>
              <p:spPr>
                <a:xfrm>
                  <a:off x="1902711" y="6418305"/>
                  <a:ext cx="689174" cy="461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2994" tIns="31488" rIns="62994" bIns="31488" anchor="t" anchorCtr="0">
                  <a:spAutoFit/>
                </a:bodyPr>
                <a:lstStyle/>
                <a:p>
                  <a:pPr algn="ctr">
                    <a:buClr>
                      <a:srgbClr val="000000"/>
                    </a:buClr>
                    <a:buSzPts val="1200"/>
                  </a:pPr>
                  <a:r>
                    <a:rPr lang="en-US" sz="827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rPr>
                    <a:t>Service</a:t>
                  </a:r>
                  <a:endParaRPr sz="827">
                    <a:solidFill>
                      <a:schemeClr val="lt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</p:grpSp>
          <p:pic>
            <p:nvPicPr>
              <p:cNvPr id="134" name="Google Shape;255;p15" descr="OpenShift Logo transparent PNG - Stick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68103" y="6963872"/>
                <a:ext cx="529074" cy="490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8" name="Google Shape;256;p15"/>
            <p:cNvSpPr txBox="1"/>
            <p:nvPr/>
          </p:nvSpPr>
          <p:spPr>
            <a:xfrm>
              <a:off x="3547608" y="5554929"/>
              <a:ext cx="1701644" cy="872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Jenkins</a:t>
              </a:r>
              <a:endParaRPr sz="965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900" b="1" dirty="0" err="1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自動化組建</a:t>
              </a:r>
              <a:endParaRPr sz="965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827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</a:t>
              </a:r>
              <a:r>
                <a:rPr lang="en-US" sz="7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10.22.109.120</a:t>
              </a:r>
              <a:r>
                <a:rPr lang="en-US" sz="827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)</a:t>
              </a:r>
              <a:endParaRPr sz="827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endParaRPr sz="965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grpSp>
          <p:nvGrpSpPr>
            <p:cNvPr id="119" name="Google Shape;257;p15"/>
            <p:cNvGrpSpPr/>
            <p:nvPr/>
          </p:nvGrpSpPr>
          <p:grpSpPr>
            <a:xfrm>
              <a:off x="4097754" y="4903085"/>
              <a:ext cx="616628" cy="616628"/>
              <a:chOff x="2583568" y="4846022"/>
              <a:chExt cx="616628" cy="616628"/>
            </a:xfrm>
          </p:grpSpPr>
          <p:sp>
            <p:nvSpPr>
              <p:cNvPr id="131" name="Google Shape;202;p15"/>
              <p:cNvSpPr/>
              <p:nvPr/>
            </p:nvSpPr>
            <p:spPr>
              <a:xfrm>
                <a:off x="2583568" y="4846022"/>
                <a:ext cx="616628" cy="616628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32" name="Google Shape;258;p15"/>
              <p:cNvSpPr/>
              <p:nvPr/>
            </p:nvSpPr>
            <p:spPr>
              <a:xfrm>
                <a:off x="2702181" y="4933861"/>
                <a:ext cx="378671" cy="417691"/>
              </a:xfrm>
              <a:custGeom>
                <a:avLst/>
                <a:gdLst/>
                <a:ahLst/>
                <a:cxnLst/>
                <a:rect l="l" t="t" r="r" b="b"/>
                <a:pathLst>
                  <a:path w="1573754" h="1735920" extrusionOk="0">
                    <a:moveTo>
                      <a:pt x="126517" y="1735921"/>
                    </a:moveTo>
                    <a:lnTo>
                      <a:pt x="56163" y="1735921"/>
                    </a:lnTo>
                    <a:cubicBezTo>
                      <a:pt x="54210" y="1731147"/>
                      <a:pt x="52529" y="1726320"/>
                      <a:pt x="51119" y="1721817"/>
                    </a:cubicBezTo>
                    <a:cubicBezTo>
                      <a:pt x="35551" y="1673486"/>
                      <a:pt x="8157" y="1613818"/>
                      <a:pt x="1160" y="1565812"/>
                    </a:cubicBezTo>
                    <a:cubicBezTo>
                      <a:pt x="-9635" y="1494644"/>
                      <a:pt x="57357" y="1490684"/>
                      <a:pt x="100589" y="1459928"/>
                    </a:cubicBezTo>
                    <a:cubicBezTo>
                      <a:pt x="166712" y="1412139"/>
                      <a:pt x="218678" y="1385885"/>
                      <a:pt x="290442" y="1342599"/>
                    </a:cubicBezTo>
                    <a:cubicBezTo>
                      <a:pt x="311923" y="1329960"/>
                      <a:pt x="375985" y="1297685"/>
                      <a:pt x="383091" y="1282713"/>
                    </a:cubicBezTo>
                    <a:cubicBezTo>
                      <a:pt x="397465" y="1253367"/>
                      <a:pt x="358193" y="1211817"/>
                      <a:pt x="347778" y="1188709"/>
                    </a:cubicBezTo>
                    <a:cubicBezTo>
                      <a:pt x="331342" y="1152257"/>
                      <a:pt x="322609" y="1120850"/>
                      <a:pt x="320385" y="1084995"/>
                    </a:cubicBezTo>
                    <a:cubicBezTo>
                      <a:pt x="260771" y="1075393"/>
                      <a:pt x="215315" y="1039484"/>
                      <a:pt x="186999" y="999343"/>
                    </a:cubicBezTo>
                    <a:cubicBezTo>
                      <a:pt x="141489" y="932461"/>
                      <a:pt x="109919" y="808676"/>
                      <a:pt x="149191" y="714618"/>
                    </a:cubicBezTo>
                    <a:cubicBezTo>
                      <a:pt x="152283" y="707240"/>
                      <a:pt x="167580" y="692540"/>
                      <a:pt x="169804" y="680986"/>
                    </a:cubicBezTo>
                    <a:cubicBezTo>
                      <a:pt x="173981" y="658638"/>
                      <a:pt x="162156" y="628967"/>
                      <a:pt x="161071" y="605262"/>
                    </a:cubicBezTo>
                    <a:cubicBezTo>
                      <a:pt x="156514" y="482942"/>
                      <a:pt x="181683" y="377601"/>
                      <a:pt x="264134" y="340552"/>
                    </a:cubicBezTo>
                    <a:cubicBezTo>
                      <a:pt x="297494" y="207492"/>
                      <a:pt x="417048" y="163120"/>
                      <a:pt x="529712" y="97051"/>
                    </a:cubicBezTo>
                    <a:cubicBezTo>
                      <a:pt x="571805" y="72153"/>
                      <a:pt x="618455" y="56314"/>
                      <a:pt x="666461" y="38522"/>
                    </a:cubicBezTo>
                    <a:cubicBezTo>
                      <a:pt x="837926" y="-24780"/>
                      <a:pt x="1102364" y="-12901"/>
                      <a:pt x="1244754" y="95316"/>
                    </a:cubicBezTo>
                    <a:cubicBezTo>
                      <a:pt x="1305236" y="141097"/>
                      <a:pt x="1402116" y="237706"/>
                      <a:pt x="1436832" y="307789"/>
                    </a:cubicBezTo>
                    <a:cubicBezTo>
                      <a:pt x="1528124" y="492598"/>
                      <a:pt x="1521290" y="801625"/>
                      <a:pt x="1457445" y="1026465"/>
                    </a:cubicBezTo>
                    <a:cubicBezTo>
                      <a:pt x="1448711" y="1056679"/>
                      <a:pt x="1436561" y="1101105"/>
                      <a:pt x="1419040" y="1137286"/>
                    </a:cubicBezTo>
                    <a:cubicBezTo>
                      <a:pt x="1406889" y="1162401"/>
                      <a:pt x="1369081" y="1213227"/>
                      <a:pt x="1373855" y="1235575"/>
                    </a:cubicBezTo>
                    <a:cubicBezTo>
                      <a:pt x="1378411" y="1258412"/>
                      <a:pt x="1459777" y="1320359"/>
                      <a:pt x="1477298" y="1336469"/>
                    </a:cubicBezTo>
                    <a:cubicBezTo>
                      <a:pt x="1508596" y="1366900"/>
                      <a:pt x="1568590" y="1407040"/>
                      <a:pt x="1573038" y="1444957"/>
                    </a:cubicBezTo>
                    <a:cubicBezTo>
                      <a:pt x="1578083" y="1485314"/>
                      <a:pt x="1555246" y="1541511"/>
                      <a:pt x="1543367" y="1580566"/>
                    </a:cubicBezTo>
                    <a:cubicBezTo>
                      <a:pt x="1527799" y="1632803"/>
                      <a:pt x="1511960" y="1684769"/>
                      <a:pt x="1496229" y="1734782"/>
                    </a:cubicBezTo>
                    <a:lnTo>
                      <a:pt x="126517" y="1734782"/>
                    </a:lnTo>
                    <a:close/>
                    <a:moveTo>
                      <a:pt x="929760" y="1479944"/>
                    </a:moveTo>
                    <a:cubicBezTo>
                      <a:pt x="890488" y="1458192"/>
                      <a:pt x="831416" y="1435030"/>
                      <a:pt x="780264" y="1425103"/>
                    </a:cubicBezTo>
                    <a:cubicBezTo>
                      <a:pt x="717558" y="1413224"/>
                      <a:pt x="724068" y="1511026"/>
                      <a:pt x="726020" y="1569175"/>
                    </a:cubicBezTo>
                    <a:cubicBezTo>
                      <a:pt x="728244" y="1615825"/>
                      <a:pt x="752275" y="1664427"/>
                      <a:pt x="763069" y="1695455"/>
                    </a:cubicBezTo>
                    <a:cubicBezTo>
                      <a:pt x="768439" y="1709612"/>
                      <a:pt x="769578" y="1725180"/>
                      <a:pt x="781729" y="1728001"/>
                    </a:cubicBezTo>
                    <a:cubicBezTo>
                      <a:pt x="803209" y="1732775"/>
                      <a:pt x="874974" y="1704188"/>
                      <a:pt x="895587" y="1693231"/>
                    </a:cubicBezTo>
                    <a:cubicBezTo>
                      <a:pt x="938819" y="1669526"/>
                      <a:pt x="972396" y="1632206"/>
                      <a:pt x="1009445" y="1607363"/>
                    </a:cubicBezTo>
                    <a:cubicBezTo>
                      <a:pt x="1010584" y="1594941"/>
                      <a:pt x="1010584" y="1582790"/>
                      <a:pt x="1011669" y="1570640"/>
                    </a:cubicBezTo>
                    <a:cubicBezTo>
                      <a:pt x="989971" y="1559845"/>
                      <a:pt x="965073" y="1551980"/>
                      <a:pt x="932310" y="1550624"/>
                    </a:cubicBezTo>
                    <a:cubicBezTo>
                      <a:pt x="954875" y="1539558"/>
                      <a:pt x="986554" y="1539558"/>
                      <a:pt x="1007166" y="1526539"/>
                    </a:cubicBezTo>
                    <a:lnTo>
                      <a:pt x="1008251" y="1512436"/>
                    </a:lnTo>
                    <a:cubicBezTo>
                      <a:pt x="972396" y="1510483"/>
                      <a:pt x="958564" y="1494047"/>
                      <a:pt x="934534" y="1481137"/>
                    </a:cubicBezTo>
                    <a:close/>
                    <a:moveTo>
                      <a:pt x="1469107" y="1692146"/>
                    </a:moveTo>
                    <a:cubicBezTo>
                      <a:pt x="1482939" y="1647449"/>
                      <a:pt x="1494764" y="1604000"/>
                      <a:pt x="1502684" y="1565595"/>
                    </a:cubicBezTo>
                    <a:cubicBezTo>
                      <a:pt x="1506969" y="1544603"/>
                      <a:pt x="1518252" y="1499201"/>
                      <a:pt x="1515431" y="1480541"/>
                    </a:cubicBezTo>
                    <a:cubicBezTo>
                      <a:pt x="1511254" y="1447181"/>
                      <a:pt x="1466015" y="1422608"/>
                      <a:pt x="1442799" y="1401996"/>
                    </a:cubicBezTo>
                    <a:cubicBezTo>
                      <a:pt x="1400705" y="1363808"/>
                      <a:pt x="1374180" y="1331316"/>
                      <a:pt x="1330134" y="1295461"/>
                    </a:cubicBezTo>
                    <a:cubicBezTo>
                      <a:pt x="1312071" y="1322583"/>
                      <a:pt x="1273558" y="1340103"/>
                      <a:pt x="1258912" y="1361584"/>
                    </a:cubicBezTo>
                    <a:cubicBezTo>
                      <a:pt x="1363765" y="1311897"/>
                      <a:pt x="1382642" y="1551437"/>
                      <a:pt x="1341417" y="1628626"/>
                    </a:cubicBezTo>
                    <a:cubicBezTo>
                      <a:pt x="1347926" y="1652331"/>
                      <a:pt x="1369678" y="1661118"/>
                      <a:pt x="1378737" y="1681731"/>
                    </a:cubicBezTo>
                    <a:lnTo>
                      <a:pt x="1372499" y="1693882"/>
                    </a:lnTo>
                    <a:lnTo>
                      <a:pt x="1465744" y="1693882"/>
                    </a:lnTo>
                    <a:cubicBezTo>
                      <a:pt x="1466557" y="1693882"/>
                      <a:pt x="1467968" y="1693882"/>
                      <a:pt x="1468836" y="1694750"/>
                    </a:cubicBezTo>
                    <a:close/>
                    <a:moveTo>
                      <a:pt x="989049" y="1691278"/>
                    </a:moveTo>
                    <a:cubicBezTo>
                      <a:pt x="985360" y="1685908"/>
                      <a:pt x="981672" y="1681351"/>
                      <a:pt x="978254" y="1676307"/>
                    </a:cubicBezTo>
                    <a:lnTo>
                      <a:pt x="956557" y="1690139"/>
                    </a:lnTo>
                    <a:lnTo>
                      <a:pt x="989049" y="1690139"/>
                    </a:lnTo>
                    <a:close/>
                    <a:moveTo>
                      <a:pt x="1189317" y="1691278"/>
                    </a:moveTo>
                    <a:cubicBezTo>
                      <a:pt x="1189914" y="1676307"/>
                      <a:pt x="1190782" y="1662149"/>
                      <a:pt x="1191650" y="1648046"/>
                    </a:cubicBezTo>
                    <a:cubicBezTo>
                      <a:pt x="1153191" y="1649998"/>
                      <a:pt x="1131981" y="1613330"/>
                      <a:pt x="1105131" y="1609912"/>
                    </a:cubicBezTo>
                    <a:cubicBezTo>
                      <a:pt x="1081697" y="1606820"/>
                      <a:pt x="1061681" y="1635895"/>
                      <a:pt x="1031413" y="1624016"/>
                    </a:cubicBezTo>
                    <a:cubicBezTo>
                      <a:pt x="1024307" y="1631664"/>
                      <a:pt x="1018124" y="1640452"/>
                      <a:pt x="1010801" y="1646961"/>
                    </a:cubicBezTo>
                    <a:cubicBezTo>
                      <a:pt x="1021812" y="1659925"/>
                      <a:pt x="1032010" y="1674083"/>
                      <a:pt x="1041340" y="1689054"/>
                    </a:cubicBezTo>
                    <a:lnTo>
                      <a:pt x="1100357" y="1689054"/>
                    </a:lnTo>
                    <a:cubicBezTo>
                      <a:pt x="1101496" y="1677175"/>
                      <a:pt x="1110284" y="1668387"/>
                      <a:pt x="1122109" y="1668387"/>
                    </a:cubicBezTo>
                    <a:cubicBezTo>
                      <a:pt x="1133934" y="1668387"/>
                      <a:pt x="1142722" y="1677229"/>
                      <a:pt x="1142722" y="1688186"/>
                    </a:cubicBezTo>
                    <a:lnTo>
                      <a:pt x="1190456" y="1688186"/>
                    </a:lnTo>
                    <a:close/>
                    <a:moveTo>
                      <a:pt x="1342502" y="1691278"/>
                    </a:moveTo>
                    <a:cubicBezTo>
                      <a:pt x="1319882" y="1656508"/>
                      <a:pt x="1274100" y="1626240"/>
                      <a:pt x="1220996" y="1651138"/>
                    </a:cubicBezTo>
                    <a:lnTo>
                      <a:pt x="1218772" y="1690139"/>
                    </a:lnTo>
                    <a:lnTo>
                      <a:pt x="1342502" y="1690139"/>
                    </a:lnTo>
                    <a:close/>
                    <a:moveTo>
                      <a:pt x="727160" y="1691278"/>
                    </a:moveTo>
                    <a:lnTo>
                      <a:pt x="719511" y="1666380"/>
                    </a:lnTo>
                    <a:cubicBezTo>
                      <a:pt x="703184" y="1614089"/>
                      <a:pt x="693528" y="1575088"/>
                      <a:pt x="690165" y="1544874"/>
                    </a:cubicBezTo>
                    <a:cubicBezTo>
                      <a:pt x="624042" y="1513250"/>
                      <a:pt x="554556" y="1481897"/>
                      <a:pt x="498359" y="1441811"/>
                    </a:cubicBezTo>
                    <a:cubicBezTo>
                      <a:pt x="487293" y="1434162"/>
                      <a:pt x="418078" y="1344009"/>
                      <a:pt x="409345" y="1347426"/>
                    </a:cubicBezTo>
                    <a:cubicBezTo>
                      <a:pt x="283336" y="1396300"/>
                      <a:pt x="166387" y="1481897"/>
                      <a:pt x="61045" y="1563263"/>
                    </a:cubicBezTo>
                    <a:cubicBezTo>
                      <a:pt x="79705" y="1603403"/>
                      <a:pt x="95761" y="1645767"/>
                      <a:pt x="111004" y="1689054"/>
                    </a:cubicBezTo>
                    <a:lnTo>
                      <a:pt x="726075" y="1689054"/>
                    </a:lnTo>
                    <a:close/>
                    <a:moveTo>
                      <a:pt x="1324710" y="1538473"/>
                    </a:moveTo>
                    <a:cubicBezTo>
                      <a:pt x="1322703" y="1501425"/>
                      <a:pt x="1312776" y="1425700"/>
                      <a:pt x="1290211" y="1412682"/>
                    </a:cubicBezTo>
                    <a:cubicBezTo>
                      <a:pt x="1242476" y="1384475"/>
                      <a:pt x="1156554" y="1468932"/>
                      <a:pt x="1120699" y="1480812"/>
                    </a:cubicBezTo>
                    <a:cubicBezTo>
                      <a:pt x="1124116" y="1491498"/>
                      <a:pt x="1130625" y="1500285"/>
                      <a:pt x="1131764" y="1515528"/>
                    </a:cubicBezTo>
                    <a:cubicBezTo>
                      <a:pt x="1152377" y="1510158"/>
                      <a:pt x="1178360" y="1513575"/>
                      <a:pt x="1196694" y="1522308"/>
                    </a:cubicBezTo>
                    <a:cubicBezTo>
                      <a:pt x="1174943" y="1524261"/>
                      <a:pt x="1151184" y="1524261"/>
                      <a:pt x="1137080" y="1534188"/>
                    </a:cubicBezTo>
                    <a:cubicBezTo>
                      <a:pt x="1131710" y="1548020"/>
                      <a:pt x="1138165" y="1568687"/>
                      <a:pt x="1134748" y="1589300"/>
                    </a:cubicBezTo>
                    <a:cubicBezTo>
                      <a:pt x="1184815" y="1603674"/>
                      <a:pt x="1243236" y="1611268"/>
                      <a:pt x="1307406" y="1613330"/>
                    </a:cubicBezTo>
                    <a:cubicBezTo>
                      <a:pt x="1319285" y="1596894"/>
                      <a:pt x="1323842" y="1566680"/>
                      <a:pt x="1322649" y="1535056"/>
                    </a:cubicBezTo>
                    <a:close/>
                    <a:moveTo>
                      <a:pt x="1029732" y="1512436"/>
                    </a:moveTo>
                    <a:cubicBezTo>
                      <a:pt x="1026314" y="1539558"/>
                      <a:pt x="1032824" y="1549485"/>
                      <a:pt x="1038248" y="1580566"/>
                    </a:cubicBezTo>
                    <a:cubicBezTo>
                      <a:pt x="1129432" y="1608773"/>
                      <a:pt x="1113105" y="1454775"/>
                      <a:pt x="1028647" y="1511351"/>
                    </a:cubicBezTo>
                    <a:close/>
                    <a:moveTo>
                      <a:pt x="552603" y="1410458"/>
                    </a:moveTo>
                    <a:cubicBezTo>
                      <a:pt x="520057" y="1443492"/>
                      <a:pt x="644383" y="1488732"/>
                      <a:pt x="683656" y="1490955"/>
                    </a:cubicBezTo>
                    <a:cubicBezTo>
                      <a:pt x="683656" y="1470072"/>
                      <a:pt x="695535" y="1450327"/>
                      <a:pt x="693583" y="1435356"/>
                    </a:cubicBezTo>
                    <a:cubicBezTo>
                      <a:pt x="646662" y="1426893"/>
                      <a:pt x="584824" y="1432535"/>
                      <a:pt x="552928" y="1410186"/>
                    </a:cubicBezTo>
                    <a:close/>
                    <a:moveTo>
                      <a:pt x="954875" y="1426026"/>
                    </a:moveTo>
                    <a:cubicBezTo>
                      <a:pt x="954875" y="1429118"/>
                      <a:pt x="950698" y="1427978"/>
                      <a:pt x="950102" y="1430528"/>
                    </a:cubicBezTo>
                    <a:cubicBezTo>
                      <a:pt x="992195" y="1463291"/>
                      <a:pt x="1023494" y="1470072"/>
                      <a:pt x="1080558" y="1467576"/>
                    </a:cubicBezTo>
                    <a:cubicBezTo>
                      <a:pt x="1105999" y="1448645"/>
                      <a:pt x="1128889" y="1426948"/>
                      <a:pt x="1156011" y="1409047"/>
                    </a:cubicBezTo>
                    <a:cubicBezTo>
                      <a:pt x="1094173" y="1414472"/>
                      <a:pt x="1016225" y="1453148"/>
                      <a:pt x="955146" y="1425754"/>
                    </a:cubicBezTo>
                    <a:close/>
                    <a:moveTo>
                      <a:pt x="1202336" y="143918"/>
                    </a:moveTo>
                    <a:cubicBezTo>
                      <a:pt x="1086254" y="78392"/>
                      <a:pt x="887667" y="28921"/>
                      <a:pt x="763015" y="91139"/>
                    </a:cubicBezTo>
                    <a:cubicBezTo>
                      <a:pt x="662989" y="141097"/>
                      <a:pt x="526240" y="224199"/>
                      <a:pt x="480784" y="329324"/>
                    </a:cubicBezTo>
                    <a:cubicBezTo>
                      <a:pt x="524233" y="430434"/>
                      <a:pt x="468850" y="523354"/>
                      <a:pt x="464674" y="626200"/>
                    </a:cubicBezTo>
                    <a:cubicBezTo>
                      <a:pt x="463209" y="681041"/>
                      <a:pt x="490656" y="729046"/>
                      <a:pt x="492935" y="788660"/>
                    </a:cubicBezTo>
                    <a:cubicBezTo>
                      <a:pt x="478180" y="812962"/>
                      <a:pt x="432995" y="816054"/>
                      <a:pt x="401642" y="814426"/>
                    </a:cubicBezTo>
                    <a:cubicBezTo>
                      <a:pt x="391173" y="761538"/>
                      <a:pt x="372513" y="702250"/>
                      <a:pt x="318053" y="696337"/>
                    </a:cubicBezTo>
                    <a:cubicBezTo>
                      <a:pt x="241189" y="688147"/>
                      <a:pt x="184667" y="751720"/>
                      <a:pt x="181304" y="818115"/>
                    </a:cubicBezTo>
                    <a:cubicBezTo>
                      <a:pt x="177018" y="896389"/>
                      <a:pt x="241786" y="1025489"/>
                      <a:pt x="332156" y="1016701"/>
                    </a:cubicBezTo>
                    <a:cubicBezTo>
                      <a:pt x="367469" y="1013284"/>
                      <a:pt x="376202" y="977700"/>
                      <a:pt x="414607" y="977700"/>
                    </a:cubicBezTo>
                    <a:cubicBezTo>
                      <a:pt x="435273" y="1018926"/>
                      <a:pt x="382440" y="1031944"/>
                      <a:pt x="376799" y="1061019"/>
                    </a:cubicBezTo>
                    <a:cubicBezTo>
                      <a:pt x="375659" y="1068613"/>
                      <a:pt x="381084" y="1098067"/>
                      <a:pt x="384447" y="1112171"/>
                    </a:cubicBezTo>
                    <a:cubicBezTo>
                      <a:pt x="401100" y="1180247"/>
                      <a:pt x="438094" y="1268122"/>
                      <a:pt x="474275" y="1320413"/>
                    </a:cubicBezTo>
                    <a:cubicBezTo>
                      <a:pt x="520274" y="1385343"/>
                      <a:pt x="610698" y="1396408"/>
                      <a:pt x="707903" y="1402918"/>
                    </a:cubicBezTo>
                    <a:cubicBezTo>
                      <a:pt x="725098" y="1365001"/>
                      <a:pt x="789269" y="1368147"/>
                      <a:pt x="831362" y="1378020"/>
                    </a:cubicBezTo>
                    <a:cubicBezTo>
                      <a:pt x="781403" y="1358221"/>
                      <a:pt x="734754" y="1309618"/>
                      <a:pt x="695752" y="1267308"/>
                    </a:cubicBezTo>
                    <a:cubicBezTo>
                      <a:pt x="651110" y="1218434"/>
                      <a:pt x="606793" y="1165275"/>
                      <a:pt x="604460" y="1102244"/>
                    </a:cubicBezTo>
                    <a:cubicBezTo>
                      <a:pt x="688158" y="1218380"/>
                      <a:pt x="756180" y="1319220"/>
                      <a:pt x="908226" y="1370371"/>
                    </a:cubicBezTo>
                    <a:cubicBezTo>
                      <a:pt x="1023222" y="1408288"/>
                      <a:pt x="1157693" y="1351983"/>
                      <a:pt x="1245568" y="1290145"/>
                    </a:cubicBezTo>
                    <a:cubicBezTo>
                      <a:pt x="1282508" y="1264162"/>
                      <a:pt x="1304314" y="1222882"/>
                      <a:pt x="1330351" y="1185942"/>
                    </a:cubicBezTo>
                    <a:cubicBezTo>
                      <a:pt x="1427773" y="1046047"/>
                      <a:pt x="1473555" y="845508"/>
                      <a:pt x="1463628" y="651098"/>
                    </a:cubicBezTo>
                    <a:cubicBezTo>
                      <a:pt x="1459451" y="570871"/>
                      <a:pt x="1459451" y="490590"/>
                      <a:pt x="1432330" y="437540"/>
                    </a:cubicBezTo>
                    <a:cubicBezTo>
                      <a:pt x="1404068" y="381072"/>
                      <a:pt x="1309684" y="331005"/>
                      <a:pt x="1253162" y="381072"/>
                    </a:cubicBezTo>
                    <a:cubicBezTo>
                      <a:pt x="1242476" y="325689"/>
                      <a:pt x="1298673" y="292058"/>
                      <a:pt x="1365067" y="311586"/>
                    </a:cubicBezTo>
                    <a:cubicBezTo>
                      <a:pt x="1317333" y="249694"/>
                      <a:pt x="1268459" y="177061"/>
                      <a:pt x="1201197" y="139253"/>
                    </a:cubicBezTo>
                    <a:close/>
                    <a:moveTo>
                      <a:pt x="901174" y="1077400"/>
                    </a:moveTo>
                    <a:cubicBezTo>
                      <a:pt x="945491" y="1189197"/>
                      <a:pt x="1098405" y="1175961"/>
                      <a:pt x="1227234" y="1173141"/>
                    </a:cubicBezTo>
                    <a:cubicBezTo>
                      <a:pt x="1220996" y="1187244"/>
                      <a:pt x="1208574" y="1204439"/>
                      <a:pt x="1193331" y="1210406"/>
                    </a:cubicBezTo>
                    <a:cubicBezTo>
                      <a:pt x="1152377" y="1227113"/>
                      <a:pt x="1038248" y="1239861"/>
                      <a:pt x="980912" y="1209593"/>
                    </a:cubicBezTo>
                    <a:cubicBezTo>
                      <a:pt x="944460" y="1189794"/>
                      <a:pt x="921244" y="1146290"/>
                      <a:pt x="901228" y="1120850"/>
                    </a:cubicBezTo>
                    <a:cubicBezTo>
                      <a:pt x="891301" y="1108428"/>
                      <a:pt x="843892" y="1076804"/>
                      <a:pt x="900360" y="1076804"/>
                    </a:cubicBezTo>
                    <a:close/>
                    <a:moveTo>
                      <a:pt x="913053" y="1014315"/>
                    </a:moveTo>
                    <a:cubicBezTo>
                      <a:pt x="977766" y="1047946"/>
                      <a:pt x="1095313" y="1051906"/>
                      <a:pt x="1182916" y="1049085"/>
                    </a:cubicBezTo>
                    <a:cubicBezTo>
                      <a:pt x="1187690" y="1068559"/>
                      <a:pt x="1187690" y="1092046"/>
                      <a:pt x="1187961" y="1115208"/>
                    </a:cubicBezTo>
                    <a:cubicBezTo>
                      <a:pt x="1075785" y="1121121"/>
                      <a:pt x="942996" y="1093131"/>
                      <a:pt x="913324" y="1014315"/>
                    </a:cubicBezTo>
                    <a:close/>
                    <a:moveTo>
                      <a:pt x="1395878" y="972222"/>
                    </a:moveTo>
                    <a:cubicBezTo>
                      <a:pt x="1361650" y="1037260"/>
                      <a:pt x="1313047" y="1109296"/>
                      <a:pt x="1212262" y="1111520"/>
                    </a:cubicBezTo>
                    <a:cubicBezTo>
                      <a:pt x="1210527" y="1091178"/>
                      <a:pt x="1209170" y="1058415"/>
                      <a:pt x="1212262" y="1046264"/>
                    </a:cubicBezTo>
                    <a:cubicBezTo>
                      <a:pt x="1289072" y="1038616"/>
                      <a:pt x="1337077" y="999343"/>
                      <a:pt x="1396203" y="972493"/>
                    </a:cubicBezTo>
                    <a:close/>
                    <a:moveTo>
                      <a:pt x="1348957" y="923945"/>
                    </a:moveTo>
                    <a:cubicBezTo>
                      <a:pt x="1275239" y="971733"/>
                      <a:pt x="1193006" y="1023374"/>
                      <a:pt x="1072367" y="1011548"/>
                    </a:cubicBezTo>
                    <a:cubicBezTo>
                      <a:pt x="1046981" y="988983"/>
                      <a:pt x="1037380" y="938916"/>
                      <a:pt x="1062224" y="905881"/>
                    </a:cubicBezTo>
                    <a:cubicBezTo>
                      <a:pt x="1075188" y="928827"/>
                      <a:pt x="1066401" y="970052"/>
                      <a:pt x="1103449" y="975964"/>
                    </a:cubicBezTo>
                    <a:cubicBezTo>
                      <a:pt x="1171796" y="988115"/>
                      <a:pt x="1250938" y="934142"/>
                      <a:pt x="1300897" y="915211"/>
                    </a:cubicBezTo>
                    <a:cubicBezTo>
                      <a:pt x="1331111" y="863788"/>
                      <a:pt x="1297479" y="844911"/>
                      <a:pt x="1270466" y="811877"/>
                    </a:cubicBezTo>
                    <a:cubicBezTo>
                      <a:pt x="1213890" y="744343"/>
                      <a:pt x="1138165" y="659831"/>
                      <a:pt x="1140227" y="557853"/>
                    </a:cubicBezTo>
                    <a:cubicBezTo>
                      <a:pt x="1162792" y="541742"/>
                      <a:pt x="1165341" y="583022"/>
                      <a:pt x="1168433" y="590345"/>
                    </a:cubicBezTo>
                    <a:cubicBezTo>
                      <a:pt x="1197888" y="659831"/>
                      <a:pt x="1271551" y="747706"/>
                      <a:pt x="1325795" y="807320"/>
                    </a:cubicBezTo>
                    <a:cubicBezTo>
                      <a:pt x="1338813" y="822563"/>
                      <a:pt x="1360565" y="835581"/>
                      <a:pt x="1362518" y="845508"/>
                    </a:cubicBezTo>
                    <a:cubicBezTo>
                      <a:pt x="1369298" y="873444"/>
                      <a:pt x="1344129" y="907075"/>
                      <a:pt x="1347546" y="925735"/>
                    </a:cubicBezTo>
                    <a:close/>
                    <a:moveTo>
                      <a:pt x="376853" y="875125"/>
                    </a:moveTo>
                    <a:cubicBezTo>
                      <a:pt x="354287" y="861835"/>
                      <a:pt x="348592" y="803577"/>
                      <a:pt x="321470" y="802221"/>
                    </a:cubicBezTo>
                    <a:cubicBezTo>
                      <a:pt x="282794" y="799997"/>
                      <a:pt x="289846" y="877946"/>
                      <a:pt x="289846" y="923456"/>
                    </a:cubicBezTo>
                    <a:cubicBezTo>
                      <a:pt x="262995" y="899752"/>
                      <a:pt x="258439" y="824787"/>
                      <a:pt x="277966" y="786979"/>
                    </a:cubicBezTo>
                    <a:cubicBezTo>
                      <a:pt x="255618" y="775967"/>
                      <a:pt x="245800" y="798858"/>
                      <a:pt x="233324" y="807320"/>
                    </a:cubicBezTo>
                    <a:cubicBezTo>
                      <a:pt x="249109" y="692323"/>
                      <a:pt x="402564" y="754541"/>
                      <a:pt x="377124" y="876807"/>
                    </a:cubicBezTo>
                    <a:close/>
                    <a:moveTo>
                      <a:pt x="259903" y="433472"/>
                    </a:moveTo>
                    <a:cubicBezTo>
                      <a:pt x="210161" y="488312"/>
                      <a:pt x="220902" y="590833"/>
                      <a:pt x="226543" y="664334"/>
                    </a:cubicBezTo>
                    <a:cubicBezTo>
                      <a:pt x="316642" y="607486"/>
                      <a:pt x="436141" y="668510"/>
                      <a:pt x="435056" y="765173"/>
                    </a:cubicBezTo>
                    <a:cubicBezTo>
                      <a:pt x="478235" y="764034"/>
                      <a:pt x="451113" y="711200"/>
                      <a:pt x="443519" y="677298"/>
                    </a:cubicBezTo>
                    <a:cubicBezTo>
                      <a:pt x="417753" y="566586"/>
                      <a:pt x="486208" y="446816"/>
                      <a:pt x="446339" y="345325"/>
                    </a:cubicBezTo>
                    <a:cubicBezTo>
                      <a:pt x="369476" y="351238"/>
                      <a:pt x="306173" y="382645"/>
                      <a:pt x="259903" y="432929"/>
                    </a:cubicBezTo>
                    <a:close/>
                    <a:moveTo>
                      <a:pt x="919562" y="513970"/>
                    </a:moveTo>
                    <a:cubicBezTo>
                      <a:pt x="941640" y="554707"/>
                      <a:pt x="948637" y="597071"/>
                      <a:pt x="980316" y="627610"/>
                    </a:cubicBezTo>
                    <a:cubicBezTo>
                      <a:pt x="994148" y="641443"/>
                      <a:pt x="1021541" y="658421"/>
                      <a:pt x="1008251" y="696554"/>
                    </a:cubicBezTo>
                    <a:cubicBezTo>
                      <a:pt x="1004942" y="705288"/>
                      <a:pt x="981726" y="724815"/>
                      <a:pt x="968490" y="729046"/>
                    </a:cubicBezTo>
                    <a:cubicBezTo>
                      <a:pt x="919617" y="743150"/>
                      <a:pt x="805488" y="731270"/>
                      <a:pt x="843892" y="670626"/>
                    </a:cubicBezTo>
                    <a:cubicBezTo>
                      <a:pt x="884630" y="671439"/>
                      <a:pt x="938873" y="696609"/>
                      <a:pt x="969087" y="667208"/>
                    </a:cubicBezTo>
                    <a:cubicBezTo>
                      <a:pt x="946467" y="629292"/>
                      <a:pt x="905242" y="556388"/>
                      <a:pt x="920485" y="513210"/>
                    </a:cubicBezTo>
                    <a:close/>
                    <a:moveTo>
                      <a:pt x="1367617" y="513210"/>
                    </a:moveTo>
                    <a:lnTo>
                      <a:pt x="1372770" y="513210"/>
                    </a:lnTo>
                    <a:cubicBezTo>
                      <a:pt x="1396474" y="561541"/>
                      <a:pt x="1415948" y="612639"/>
                      <a:pt x="1445294" y="655329"/>
                    </a:cubicBezTo>
                    <a:cubicBezTo>
                      <a:pt x="1425820" y="700840"/>
                      <a:pt x="1296720" y="741468"/>
                      <a:pt x="1298998" y="659506"/>
                    </a:cubicBezTo>
                    <a:cubicBezTo>
                      <a:pt x="1327259" y="647084"/>
                      <a:pt x="1374994" y="656956"/>
                      <a:pt x="1399892" y="641443"/>
                    </a:cubicBezTo>
                    <a:cubicBezTo>
                      <a:pt x="1386005" y="601085"/>
                      <a:pt x="1365122" y="568539"/>
                      <a:pt x="1368485" y="513210"/>
                    </a:cubicBezTo>
                    <a:close/>
                    <a:moveTo>
                      <a:pt x="866675" y="396260"/>
                    </a:moveTo>
                    <a:cubicBezTo>
                      <a:pt x="763883" y="372447"/>
                      <a:pt x="712460" y="439167"/>
                      <a:pt x="681649" y="508654"/>
                    </a:cubicBezTo>
                    <a:cubicBezTo>
                      <a:pt x="653659" y="501927"/>
                      <a:pt x="664671" y="464011"/>
                      <a:pt x="671722" y="444809"/>
                    </a:cubicBezTo>
                    <a:cubicBezTo>
                      <a:pt x="690111" y="393982"/>
                      <a:pt x="764371" y="326774"/>
                      <a:pt x="824853" y="335833"/>
                    </a:cubicBezTo>
                    <a:cubicBezTo>
                      <a:pt x="850890" y="340010"/>
                      <a:pt x="886474" y="363768"/>
                      <a:pt x="866675" y="396315"/>
                    </a:cubicBezTo>
                    <a:close/>
                    <a:moveTo>
                      <a:pt x="616448" y="115386"/>
                    </a:moveTo>
                    <a:cubicBezTo>
                      <a:pt x="503404" y="147010"/>
                      <a:pt x="358735" y="228918"/>
                      <a:pt x="312411" y="330354"/>
                    </a:cubicBezTo>
                    <a:cubicBezTo>
                      <a:pt x="348375" y="325309"/>
                      <a:pt x="373164" y="307192"/>
                      <a:pt x="408748" y="304968"/>
                    </a:cubicBezTo>
                    <a:cubicBezTo>
                      <a:pt x="422363" y="303829"/>
                      <a:pt x="439559" y="310338"/>
                      <a:pt x="455127" y="306053"/>
                    </a:cubicBezTo>
                    <a:cubicBezTo>
                      <a:pt x="485937" y="298459"/>
                      <a:pt x="511595" y="228972"/>
                      <a:pt x="534811" y="204074"/>
                    </a:cubicBezTo>
                    <a:cubicBezTo>
                      <a:pt x="557376" y="179285"/>
                      <a:pt x="584227" y="168219"/>
                      <a:pt x="602887" y="145654"/>
                    </a:cubicBezTo>
                    <a:cubicBezTo>
                      <a:pt x="614766" y="139145"/>
                      <a:pt x="632233" y="140284"/>
                      <a:pt x="633426" y="121624"/>
                    </a:cubicBezTo>
                    <a:cubicBezTo>
                      <a:pt x="628056" y="116199"/>
                      <a:pt x="622415" y="112023"/>
                      <a:pt x="616502" y="113975"/>
                    </a:cubicBezTo>
                    <a:close/>
                  </a:path>
                </a:pathLst>
              </a:custGeom>
              <a:solidFill>
                <a:srgbClr val="032481"/>
              </a:solidFill>
              <a:ln>
                <a:noFill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2160"/>
                </a:pPr>
                <a:endParaRPr sz="1488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</p:grpSp>
        <p:cxnSp>
          <p:nvCxnSpPr>
            <p:cNvPr id="121" name="Google Shape;260;p15"/>
            <p:cNvCxnSpPr/>
            <p:nvPr/>
          </p:nvCxnSpPr>
          <p:spPr>
            <a:xfrm rot="5400000">
              <a:off x="3781517" y="6187463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122" name="Google Shape;261;p15"/>
            <p:cNvGrpSpPr/>
            <p:nvPr/>
          </p:nvGrpSpPr>
          <p:grpSpPr>
            <a:xfrm>
              <a:off x="3404177" y="6592586"/>
              <a:ext cx="937818" cy="971381"/>
              <a:chOff x="2721902" y="6894580"/>
              <a:chExt cx="937818" cy="971381"/>
            </a:xfrm>
          </p:grpSpPr>
          <p:sp>
            <p:nvSpPr>
              <p:cNvPr id="124" name="Google Shape;262;p15"/>
              <p:cNvSpPr/>
              <p:nvPr/>
            </p:nvSpPr>
            <p:spPr>
              <a:xfrm>
                <a:off x="2788920" y="6995160"/>
                <a:ext cx="870800" cy="870801"/>
              </a:xfrm>
              <a:prstGeom prst="ellipse">
                <a:avLst/>
              </a:prstGeom>
              <a:solidFill>
                <a:srgbClr val="BBCDFF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25" name="Google Shape;263;p15"/>
              <p:cNvSpPr/>
              <p:nvPr/>
            </p:nvSpPr>
            <p:spPr>
              <a:xfrm>
                <a:off x="2743200" y="6947319"/>
                <a:ext cx="870800" cy="870801"/>
              </a:xfrm>
              <a:prstGeom prst="ellipse">
                <a:avLst/>
              </a:prstGeom>
              <a:solidFill>
                <a:srgbClr val="7A9DFD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grpSp>
            <p:nvGrpSpPr>
              <p:cNvPr id="126" name="Google Shape;264;p15"/>
              <p:cNvGrpSpPr/>
              <p:nvPr/>
            </p:nvGrpSpPr>
            <p:grpSpPr>
              <a:xfrm>
                <a:off x="2721902" y="6894580"/>
                <a:ext cx="870800" cy="870801"/>
                <a:chOff x="2948764" y="6535839"/>
                <a:chExt cx="870800" cy="870801"/>
              </a:xfrm>
            </p:grpSpPr>
            <p:grpSp>
              <p:nvGrpSpPr>
                <p:cNvPr id="127" name="Google Shape;265;p15"/>
                <p:cNvGrpSpPr/>
                <p:nvPr/>
              </p:nvGrpSpPr>
              <p:grpSpPr>
                <a:xfrm>
                  <a:off x="2948764" y="6535839"/>
                  <a:ext cx="870800" cy="870801"/>
                  <a:chOff x="1811898" y="6386733"/>
                  <a:chExt cx="870800" cy="870800"/>
                </a:xfrm>
              </p:grpSpPr>
              <p:sp>
                <p:nvSpPr>
                  <p:cNvPr id="129" name="Google Shape;266;p15"/>
                  <p:cNvSpPr/>
                  <p:nvPr/>
                </p:nvSpPr>
                <p:spPr>
                  <a:xfrm>
                    <a:off x="1811898" y="6386733"/>
                    <a:ext cx="870800" cy="870800"/>
                  </a:xfrm>
                  <a:prstGeom prst="ellipse">
                    <a:avLst/>
                  </a:prstGeom>
                  <a:solidFill>
                    <a:srgbClr val="002FA7"/>
                  </a:solidFill>
                  <a:ln>
                    <a:noFill/>
                  </a:ln>
                  <a:effectLst>
                    <a:outerShdw blurRad="342900" algn="ctr" rotWithShape="0">
                      <a:srgbClr val="002FA7">
                        <a:alpha val="14117"/>
                      </a:srgbClr>
                    </a:outerShdw>
                  </a:effectLst>
                </p:spPr>
                <p:txBody>
                  <a:bodyPr spcFirstLastPara="1" wrap="square" lIns="62994" tIns="31488" rIns="62994" bIns="314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800"/>
                    </a:pPr>
                    <a:endParaRPr sz="1240">
                      <a:solidFill>
                        <a:schemeClr val="lt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30" name="Google Shape;267;p15"/>
                  <p:cNvSpPr txBox="1"/>
                  <p:nvPr/>
                </p:nvSpPr>
                <p:spPr>
                  <a:xfrm>
                    <a:off x="1902711" y="6418305"/>
                    <a:ext cx="689173" cy="3078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2994" tIns="31488" rIns="62994" bIns="31488" anchor="t" anchorCtr="0">
                    <a:sp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400"/>
                    </a:pPr>
                    <a:r>
                      <a:rPr lang="en-US" sz="965">
                        <a:solidFill>
                          <a:schemeClr val="lt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IBM Plex Sans"/>
                        <a:sym typeface="IBM Plex Sans"/>
                      </a:rPr>
                      <a:t>VM</a:t>
                    </a:r>
                    <a:endParaRPr sz="965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</p:grpSp>
            <p:pic>
              <p:nvPicPr>
                <p:cNvPr id="128" name="Google Shape;268;p15" descr="電腦 以實心填滿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3111009" y="6765542"/>
                  <a:ext cx="530982" cy="5309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23" name="Google Shape;269;p15"/>
            <p:cNvCxnSpPr/>
            <p:nvPr/>
          </p:nvCxnSpPr>
          <p:spPr>
            <a:xfrm rot="-5400000" flipH="1">
              <a:off x="4567769" y="6205696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37" name="Google Shape;270;p15"/>
          <p:cNvGrpSpPr/>
          <p:nvPr/>
        </p:nvGrpSpPr>
        <p:grpSpPr>
          <a:xfrm>
            <a:off x="6825527" y="3666578"/>
            <a:ext cx="1345419" cy="1833399"/>
            <a:chOff x="3404177" y="4903085"/>
            <a:chExt cx="1952659" cy="2660882"/>
          </a:xfrm>
        </p:grpSpPr>
        <p:grpSp>
          <p:nvGrpSpPr>
            <p:cNvPr id="138" name="Google Shape;271;p15"/>
            <p:cNvGrpSpPr/>
            <p:nvPr/>
          </p:nvGrpSpPr>
          <p:grpSpPr>
            <a:xfrm>
              <a:off x="4486036" y="6588033"/>
              <a:ext cx="870800" cy="870801"/>
              <a:chOff x="4497240" y="6687291"/>
              <a:chExt cx="870800" cy="870801"/>
            </a:xfrm>
          </p:grpSpPr>
          <p:grpSp>
            <p:nvGrpSpPr>
              <p:cNvPr id="154" name="Google Shape;272;p15"/>
              <p:cNvGrpSpPr/>
              <p:nvPr/>
            </p:nvGrpSpPr>
            <p:grpSpPr>
              <a:xfrm>
                <a:off x="4497240" y="6687291"/>
                <a:ext cx="870800" cy="870801"/>
                <a:chOff x="1811898" y="6386733"/>
                <a:chExt cx="870800" cy="870800"/>
              </a:xfrm>
            </p:grpSpPr>
            <p:sp>
              <p:nvSpPr>
                <p:cNvPr id="156" name="Google Shape;211;p15"/>
                <p:cNvSpPr/>
                <p:nvPr/>
              </p:nvSpPr>
              <p:spPr>
                <a:xfrm>
                  <a:off x="1811898" y="6386733"/>
                  <a:ext cx="870800" cy="870800"/>
                </a:xfrm>
                <a:prstGeom prst="ellipse">
                  <a:avLst/>
                </a:prstGeom>
                <a:solidFill>
                  <a:srgbClr val="002FA7"/>
                </a:solidFill>
                <a:ln>
                  <a:noFill/>
                </a:ln>
                <a:effectLst>
                  <a:outerShdw blurRad="342900" algn="ctr" rotWithShape="0">
                    <a:srgbClr val="002FA7">
                      <a:alpha val="14117"/>
                    </a:srgbClr>
                  </a:outerShdw>
                </a:effectLst>
              </p:spPr>
              <p:txBody>
                <a:bodyPr spcFirstLastPara="1" wrap="square" lIns="62994" tIns="31488" rIns="62994" bIns="31488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800"/>
                  </a:pPr>
                  <a:endParaRPr sz="1240">
                    <a:solidFill>
                      <a:schemeClr val="lt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  <p:sp>
              <p:nvSpPr>
                <p:cNvPr id="157" name="Google Shape;273;p15"/>
                <p:cNvSpPr txBox="1"/>
                <p:nvPr/>
              </p:nvSpPr>
              <p:spPr>
                <a:xfrm>
                  <a:off x="1902711" y="6418305"/>
                  <a:ext cx="689174" cy="461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62994" tIns="31488" rIns="62994" bIns="31488" anchor="t" anchorCtr="0">
                  <a:spAutoFit/>
                </a:bodyPr>
                <a:lstStyle/>
                <a:p>
                  <a:pPr algn="ctr">
                    <a:buClr>
                      <a:srgbClr val="000000"/>
                    </a:buClr>
                    <a:buSzPts val="1200"/>
                  </a:pPr>
                  <a:r>
                    <a:rPr lang="en-US" sz="827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rPr>
                    <a:t>Service</a:t>
                  </a:r>
                  <a:endParaRPr sz="827">
                    <a:solidFill>
                      <a:schemeClr val="lt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endParaRPr>
                </a:p>
              </p:txBody>
            </p:sp>
          </p:grpSp>
          <p:pic>
            <p:nvPicPr>
              <p:cNvPr id="155" name="Google Shape;274;p15" descr="OpenShift Logo transparent PNG - Stick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68103" y="6963872"/>
                <a:ext cx="529074" cy="4904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9" name="Google Shape;275;p15"/>
            <p:cNvSpPr txBox="1"/>
            <p:nvPr/>
          </p:nvSpPr>
          <p:spPr>
            <a:xfrm>
              <a:off x="3547608" y="5554929"/>
              <a:ext cx="1701644" cy="873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900" b="1" dirty="0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Jenkins</a:t>
              </a:r>
              <a:endParaRPr sz="9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900" b="1" dirty="0" err="1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自動化組建</a:t>
              </a:r>
              <a:endParaRPr sz="9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200"/>
              </a:pPr>
              <a:r>
                <a:rPr lang="en-US" sz="8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(10.23.109.120)</a:t>
              </a:r>
              <a:endParaRPr sz="8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endParaRPr sz="9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grpSp>
          <p:nvGrpSpPr>
            <p:cNvPr id="140" name="Google Shape;276;p15"/>
            <p:cNvGrpSpPr/>
            <p:nvPr/>
          </p:nvGrpSpPr>
          <p:grpSpPr>
            <a:xfrm>
              <a:off x="4097754" y="4903085"/>
              <a:ext cx="616628" cy="616628"/>
              <a:chOff x="2583568" y="4846022"/>
              <a:chExt cx="616628" cy="616628"/>
            </a:xfrm>
          </p:grpSpPr>
          <p:sp>
            <p:nvSpPr>
              <p:cNvPr id="152" name="Google Shape;205;p15"/>
              <p:cNvSpPr/>
              <p:nvPr/>
            </p:nvSpPr>
            <p:spPr>
              <a:xfrm>
                <a:off x="2583568" y="4846022"/>
                <a:ext cx="616628" cy="616628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53" name="Google Shape;277;p15"/>
              <p:cNvSpPr/>
              <p:nvPr/>
            </p:nvSpPr>
            <p:spPr>
              <a:xfrm>
                <a:off x="2702181" y="4933861"/>
                <a:ext cx="378671" cy="417691"/>
              </a:xfrm>
              <a:custGeom>
                <a:avLst/>
                <a:gdLst/>
                <a:ahLst/>
                <a:cxnLst/>
                <a:rect l="l" t="t" r="r" b="b"/>
                <a:pathLst>
                  <a:path w="1573754" h="1735920" extrusionOk="0">
                    <a:moveTo>
                      <a:pt x="126517" y="1735921"/>
                    </a:moveTo>
                    <a:lnTo>
                      <a:pt x="56163" y="1735921"/>
                    </a:lnTo>
                    <a:cubicBezTo>
                      <a:pt x="54210" y="1731147"/>
                      <a:pt x="52529" y="1726320"/>
                      <a:pt x="51119" y="1721817"/>
                    </a:cubicBezTo>
                    <a:cubicBezTo>
                      <a:pt x="35551" y="1673486"/>
                      <a:pt x="8157" y="1613818"/>
                      <a:pt x="1160" y="1565812"/>
                    </a:cubicBezTo>
                    <a:cubicBezTo>
                      <a:pt x="-9635" y="1494644"/>
                      <a:pt x="57357" y="1490684"/>
                      <a:pt x="100589" y="1459928"/>
                    </a:cubicBezTo>
                    <a:cubicBezTo>
                      <a:pt x="166712" y="1412139"/>
                      <a:pt x="218678" y="1385885"/>
                      <a:pt x="290442" y="1342599"/>
                    </a:cubicBezTo>
                    <a:cubicBezTo>
                      <a:pt x="311923" y="1329960"/>
                      <a:pt x="375985" y="1297685"/>
                      <a:pt x="383091" y="1282713"/>
                    </a:cubicBezTo>
                    <a:cubicBezTo>
                      <a:pt x="397465" y="1253367"/>
                      <a:pt x="358193" y="1211817"/>
                      <a:pt x="347778" y="1188709"/>
                    </a:cubicBezTo>
                    <a:cubicBezTo>
                      <a:pt x="331342" y="1152257"/>
                      <a:pt x="322609" y="1120850"/>
                      <a:pt x="320385" y="1084995"/>
                    </a:cubicBezTo>
                    <a:cubicBezTo>
                      <a:pt x="260771" y="1075393"/>
                      <a:pt x="215315" y="1039484"/>
                      <a:pt x="186999" y="999343"/>
                    </a:cubicBezTo>
                    <a:cubicBezTo>
                      <a:pt x="141489" y="932461"/>
                      <a:pt x="109919" y="808676"/>
                      <a:pt x="149191" y="714618"/>
                    </a:cubicBezTo>
                    <a:cubicBezTo>
                      <a:pt x="152283" y="707240"/>
                      <a:pt x="167580" y="692540"/>
                      <a:pt x="169804" y="680986"/>
                    </a:cubicBezTo>
                    <a:cubicBezTo>
                      <a:pt x="173981" y="658638"/>
                      <a:pt x="162156" y="628967"/>
                      <a:pt x="161071" y="605262"/>
                    </a:cubicBezTo>
                    <a:cubicBezTo>
                      <a:pt x="156514" y="482942"/>
                      <a:pt x="181683" y="377601"/>
                      <a:pt x="264134" y="340552"/>
                    </a:cubicBezTo>
                    <a:cubicBezTo>
                      <a:pt x="297494" y="207492"/>
                      <a:pt x="417048" y="163120"/>
                      <a:pt x="529712" y="97051"/>
                    </a:cubicBezTo>
                    <a:cubicBezTo>
                      <a:pt x="571805" y="72153"/>
                      <a:pt x="618455" y="56314"/>
                      <a:pt x="666461" y="38522"/>
                    </a:cubicBezTo>
                    <a:cubicBezTo>
                      <a:pt x="837926" y="-24780"/>
                      <a:pt x="1102364" y="-12901"/>
                      <a:pt x="1244754" y="95316"/>
                    </a:cubicBezTo>
                    <a:cubicBezTo>
                      <a:pt x="1305236" y="141097"/>
                      <a:pt x="1402116" y="237706"/>
                      <a:pt x="1436832" y="307789"/>
                    </a:cubicBezTo>
                    <a:cubicBezTo>
                      <a:pt x="1528124" y="492598"/>
                      <a:pt x="1521290" y="801625"/>
                      <a:pt x="1457445" y="1026465"/>
                    </a:cubicBezTo>
                    <a:cubicBezTo>
                      <a:pt x="1448711" y="1056679"/>
                      <a:pt x="1436561" y="1101105"/>
                      <a:pt x="1419040" y="1137286"/>
                    </a:cubicBezTo>
                    <a:cubicBezTo>
                      <a:pt x="1406889" y="1162401"/>
                      <a:pt x="1369081" y="1213227"/>
                      <a:pt x="1373855" y="1235575"/>
                    </a:cubicBezTo>
                    <a:cubicBezTo>
                      <a:pt x="1378411" y="1258412"/>
                      <a:pt x="1459777" y="1320359"/>
                      <a:pt x="1477298" y="1336469"/>
                    </a:cubicBezTo>
                    <a:cubicBezTo>
                      <a:pt x="1508596" y="1366900"/>
                      <a:pt x="1568590" y="1407040"/>
                      <a:pt x="1573038" y="1444957"/>
                    </a:cubicBezTo>
                    <a:cubicBezTo>
                      <a:pt x="1578083" y="1485314"/>
                      <a:pt x="1555246" y="1541511"/>
                      <a:pt x="1543367" y="1580566"/>
                    </a:cubicBezTo>
                    <a:cubicBezTo>
                      <a:pt x="1527799" y="1632803"/>
                      <a:pt x="1511960" y="1684769"/>
                      <a:pt x="1496229" y="1734782"/>
                    </a:cubicBezTo>
                    <a:lnTo>
                      <a:pt x="126517" y="1734782"/>
                    </a:lnTo>
                    <a:close/>
                    <a:moveTo>
                      <a:pt x="929760" y="1479944"/>
                    </a:moveTo>
                    <a:cubicBezTo>
                      <a:pt x="890488" y="1458192"/>
                      <a:pt x="831416" y="1435030"/>
                      <a:pt x="780264" y="1425103"/>
                    </a:cubicBezTo>
                    <a:cubicBezTo>
                      <a:pt x="717558" y="1413224"/>
                      <a:pt x="724068" y="1511026"/>
                      <a:pt x="726020" y="1569175"/>
                    </a:cubicBezTo>
                    <a:cubicBezTo>
                      <a:pt x="728244" y="1615825"/>
                      <a:pt x="752275" y="1664427"/>
                      <a:pt x="763069" y="1695455"/>
                    </a:cubicBezTo>
                    <a:cubicBezTo>
                      <a:pt x="768439" y="1709612"/>
                      <a:pt x="769578" y="1725180"/>
                      <a:pt x="781729" y="1728001"/>
                    </a:cubicBezTo>
                    <a:cubicBezTo>
                      <a:pt x="803209" y="1732775"/>
                      <a:pt x="874974" y="1704188"/>
                      <a:pt x="895587" y="1693231"/>
                    </a:cubicBezTo>
                    <a:cubicBezTo>
                      <a:pt x="938819" y="1669526"/>
                      <a:pt x="972396" y="1632206"/>
                      <a:pt x="1009445" y="1607363"/>
                    </a:cubicBezTo>
                    <a:cubicBezTo>
                      <a:pt x="1010584" y="1594941"/>
                      <a:pt x="1010584" y="1582790"/>
                      <a:pt x="1011669" y="1570640"/>
                    </a:cubicBezTo>
                    <a:cubicBezTo>
                      <a:pt x="989971" y="1559845"/>
                      <a:pt x="965073" y="1551980"/>
                      <a:pt x="932310" y="1550624"/>
                    </a:cubicBezTo>
                    <a:cubicBezTo>
                      <a:pt x="954875" y="1539558"/>
                      <a:pt x="986554" y="1539558"/>
                      <a:pt x="1007166" y="1526539"/>
                    </a:cubicBezTo>
                    <a:lnTo>
                      <a:pt x="1008251" y="1512436"/>
                    </a:lnTo>
                    <a:cubicBezTo>
                      <a:pt x="972396" y="1510483"/>
                      <a:pt x="958564" y="1494047"/>
                      <a:pt x="934534" y="1481137"/>
                    </a:cubicBezTo>
                    <a:close/>
                    <a:moveTo>
                      <a:pt x="1469107" y="1692146"/>
                    </a:moveTo>
                    <a:cubicBezTo>
                      <a:pt x="1482939" y="1647449"/>
                      <a:pt x="1494764" y="1604000"/>
                      <a:pt x="1502684" y="1565595"/>
                    </a:cubicBezTo>
                    <a:cubicBezTo>
                      <a:pt x="1506969" y="1544603"/>
                      <a:pt x="1518252" y="1499201"/>
                      <a:pt x="1515431" y="1480541"/>
                    </a:cubicBezTo>
                    <a:cubicBezTo>
                      <a:pt x="1511254" y="1447181"/>
                      <a:pt x="1466015" y="1422608"/>
                      <a:pt x="1442799" y="1401996"/>
                    </a:cubicBezTo>
                    <a:cubicBezTo>
                      <a:pt x="1400705" y="1363808"/>
                      <a:pt x="1374180" y="1331316"/>
                      <a:pt x="1330134" y="1295461"/>
                    </a:cubicBezTo>
                    <a:cubicBezTo>
                      <a:pt x="1312071" y="1322583"/>
                      <a:pt x="1273558" y="1340103"/>
                      <a:pt x="1258912" y="1361584"/>
                    </a:cubicBezTo>
                    <a:cubicBezTo>
                      <a:pt x="1363765" y="1311897"/>
                      <a:pt x="1382642" y="1551437"/>
                      <a:pt x="1341417" y="1628626"/>
                    </a:cubicBezTo>
                    <a:cubicBezTo>
                      <a:pt x="1347926" y="1652331"/>
                      <a:pt x="1369678" y="1661118"/>
                      <a:pt x="1378737" y="1681731"/>
                    </a:cubicBezTo>
                    <a:lnTo>
                      <a:pt x="1372499" y="1693882"/>
                    </a:lnTo>
                    <a:lnTo>
                      <a:pt x="1465744" y="1693882"/>
                    </a:lnTo>
                    <a:cubicBezTo>
                      <a:pt x="1466557" y="1693882"/>
                      <a:pt x="1467968" y="1693882"/>
                      <a:pt x="1468836" y="1694750"/>
                    </a:cubicBezTo>
                    <a:close/>
                    <a:moveTo>
                      <a:pt x="989049" y="1691278"/>
                    </a:moveTo>
                    <a:cubicBezTo>
                      <a:pt x="985360" y="1685908"/>
                      <a:pt x="981672" y="1681351"/>
                      <a:pt x="978254" y="1676307"/>
                    </a:cubicBezTo>
                    <a:lnTo>
                      <a:pt x="956557" y="1690139"/>
                    </a:lnTo>
                    <a:lnTo>
                      <a:pt x="989049" y="1690139"/>
                    </a:lnTo>
                    <a:close/>
                    <a:moveTo>
                      <a:pt x="1189317" y="1691278"/>
                    </a:moveTo>
                    <a:cubicBezTo>
                      <a:pt x="1189914" y="1676307"/>
                      <a:pt x="1190782" y="1662149"/>
                      <a:pt x="1191650" y="1648046"/>
                    </a:cubicBezTo>
                    <a:cubicBezTo>
                      <a:pt x="1153191" y="1649998"/>
                      <a:pt x="1131981" y="1613330"/>
                      <a:pt x="1105131" y="1609912"/>
                    </a:cubicBezTo>
                    <a:cubicBezTo>
                      <a:pt x="1081697" y="1606820"/>
                      <a:pt x="1061681" y="1635895"/>
                      <a:pt x="1031413" y="1624016"/>
                    </a:cubicBezTo>
                    <a:cubicBezTo>
                      <a:pt x="1024307" y="1631664"/>
                      <a:pt x="1018124" y="1640452"/>
                      <a:pt x="1010801" y="1646961"/>
                    </a:cubicBezTo>
                    <a:cubicBezTo>
                      <a:pt x="1021812" y="1659925"/>
                      <a:pt x="1032010" y="1674083"/>
                      <a:pt x="1041340" y="1689054"/>
                    </a:cubicBezTo>
                    <a:lnTo>
                      <a:pt x="1100357" y="1689054"/>
                    </a:lnTo>
                    <a:cubicBezTo>
                      <a:pt x="1101496" y="1677175"/>
                      <a:pt x="1110284" y="1668387"/>
                      <a:pt x="1122109" y="1668387"/>
                    </a:cubicBezTo>
                    <a:cubicBezTo>
                      <a:pt x="1133934" y="1668387"/>
                      <a:pt x="1142722" y="1677229"/>
                      <a:pt x="1142722" y="1688186"/>
                    </a:cubicBezTo>
                    <a:lnTo>
                      <a:pt x="1190456" y="1688186"/>
                    </a:lnTo>
                    <a:close/>
                    <a:moveTo>
                      <a:pt x="1342502" y="1691278"/>
                    </a:moveTo>
                    <a:cubicBezTo>
                      <a:pt x="1319882" y="1656508"/>
                      <a:pt x="1274100" y="1626240"/>
                      <a:pt x="1220996" y="1651138"/>
                    </a:cubicBezTo>
                    <a:lnTo>
                      <a:pt x="1218772" y="1690139"/>
                    </a:lnTo>
                    <a:lnTo>
                      <a:pt x="1342502" y="1690139"/>
                    </a:lnTo>
                    <a:close/>
                    <a:moveTo>
                      <a:pt x="727160" y="1691278"/>
                    </a:moveTo>
                    <a:lnTo>
                      <a:pt x="719511" y="1666380"/>
                    </a:lnTo>
                    <a:cubicBezTo>
                      <a:pt x="703184" y="1614089"/>
                      <a:pt x="693528" y="1575088"/>
                      <a:pt x="690165" y="1544874"/>
                    </a:cubicBezTo>
                    <a:cubicBezTo>
                      <a:pt x="624042" y="1513250"/>
                      <a:pt x="554556" y="1481897"/>
                      <a:pt x="498359" y="1441811"/>
                    </a:cubicBezTo>
                    <a:cubicBezTo>
                      <a:pt x="487293" y="1434162"/>
                      <a:pt x="418078" y="1344009"/>
                      <a:pt x="409345" y="1347426"/>
                    </a:cubicBezTo>
                    <a:cubicBezTo>
                      <a:pt x="283336" y="1396300"/>
                      <a:pt x="166387" y="1481897"/>
                      <a:pt x="61045" y="1563263"/>
                    </a:cubicBezTo>
                    <a:cubicBezTo>
                      <a:pt x="79705" y="1603403"/>
                      <a:pt x="95761" y="1645767"/>
                      <a:pt x="111004" y="1689054"/>
                    </a:cubicBezTo>
                    <a:lnTo>
                      <a:pt x="726075" y="1689054"/>
                    </a:lnTo>
                    <a:close/>
                    <a:moveTo>
                      <a:pt x="1324710" y="1538473"/>
                    </a:moveTo>
                    <a:cubicBezTo>
                      <a:pt x="1322703" y="1501425"/>
                      <a:pt x="1312776" y="1425700"/>
                      <a:pt x="1290211" y="1412682"/>
                    </a:cubicBezTo>
                    <a:cubicBezTo>
                      <a:pt x="1242476" y="1384475"/>
                      <a:pt x="1156554" y="1468932"/>
                      <a:pt x="1120699" y="1480812"/>
                    </a:cubicBezTo>
                    <a:cubicBezTo>
                      <a:pt x="1124116" y="1491498"/>
                      <a:pt x="1130625" y="1500285"/>
                      <a:pt x="1131764" y="1515528"/>
                    </a:cubicBezTo>
                    <a:cubicBezTo>
                      <a:pt x="1152377" y="1510158"/>
                      <a:pt x="1178360" y="1513575"/>
                      <a:pt x="1196694" y="1522308"/>
                    </a:cubicBezTo>
                    <a:cubicBezTo>
                      <a:pt x="1174943" y="1524261"/>
                      <a:pt x="1151184" y="1524261"/>
                      <a:pt x="1137080" y="1534188"/>
                    </a:cubicBezTo>
                    <a:cubicBezTo>
                      <a:pt x="1131710" y="1548020"/>
                      <a:pt x="1138165" y="1568687"/>
                      <a:pt x="1134748" y="1589300"/>
                    </a:cubicBezTo>
                    <a:cubicBezTo>
                      <a:pt x="1184815" y="1603674"/>
                      <a:pt x="1243236" y="1611268"/>
                      <a:pt x="1307406" y="1613330"/>
                    </a:cubicBezTo>
                    <a:cubicBezTo>
                      <a:pt x="1319285" y="1596894"/>
                      <a:pt x="1323842" y="1566680"/>
                      <a:pt x="1322649" y="1535056"/>
                    </a:cubicBezTo>
                    <a:close/>
                    <a:moveTo>
                      <a:pt x="1029732" y="1512436"/>
                    </a:moveTo>
                    <a:cubicBezTo>
                      <a:pt x="1026314" y="1539558"/>
                      <a:pt x="1032824" y="1549485"/>
                      <a:pt x="1038248" y="1580566"/>
                    </a:cubicBezTo>
                    <a:cubicBezTo>
                      <a:pt x="1129432" y="1608773"/>
                      <a:pt x="1113105" y="1454775"/>
                      <a:pt x="1028647" y="1511351"/>
                    </a:cubicBezTo>
                    <a:close/>
                    <a:moveTo>
                      <a:pt x="552603" y="1410458"/>
                    </a:moveTo>
                    <a:cubicBezTo>
                      <a:pt x="520057" y="1443492"/>
                      <a:pt x="644383" y="1488732"/>
                      <a:pt x="683656" y="1490955"/>
                    </a:cubicBezTo>
                    <a:cubicBezTo>
                      <a:pt x="683656" y="1470072"/>
                      <a:pt x="695535" y="1450327"/>
                      <a:pt x="693583" y="1435356"/>
                    </a:cubicBezTo>
                    <a:cubicBezTo>
                      <a:pt x="646662" y="1426893"/>
                      <a:pt x="584824" y="1432535"/>
                      <a:pt x="552928" y="1410186"/>
                    </a:cubicBezTo>
                    <a:close/>
                    <a:moveTo>
                      <a:pt x="954875" y="1426026"/>
                    </a:moveTo>
                    <a:cubicBezTo>
                      <a:pt x="954875" y="1429118"/>
                      <a:pt x="950698" y="1427978"/>
                      <a:pt x="950102" y="1430528"/>
                    </a:cubicBezTo>
                    <a:cubicBezTo>
                      <a:pt x="992195" y="1463291"/>
                      <a:pt x="1023494" y="1470072"/>
                      <a:pt x="1080558" y="1467576"/>
                    </a:cubicBezTo>
                    <a:cubicBezTo>
                      <a:pt x="1105999" y="1448645"/>
                      <a:pt x="1128889" y="1426948"/>
                      <a:pt x="1156011" y="1409047"/>
                    </a:cubicBezTo>
                    <a:cubicBezTo>
                      <a:pt x="1094173" y="1414472"/>
                      <a:pt x="1016225" y="1453148"/>
                      <a:pt x="955146" y="1425754"/>
                    </a:cubicBezTo>
                    <a:close/>
                    <a:moveTo>
                      <a:pt x="1202336" y="143918"/>
                    </a:moveTo>
                    <a:cubicBezTo>
                      <a:pt x="1086254" y="78392"/>
                      <a:pt x="887667" y="28921"/>
                      <a:pt x="763015" y="91139"/>
                    </a:cubicBezTo>
                    <a:cubicBezTo>
                      <a:pt x="662989" y="141097"/>
                      <a:pt x="526240" y="224199"/>
                      <a:pt x="480784" y="329324"/>
                    </a:cubicBezTo>
                    <a:cubicBezTo>
                      <a:pt x="524233" y="430434"/>
                      <a:pt x="468850" y="523354"/>
                      <a:pt x="464674" y="626200"/>
                    </a:cubicBezTo>
                    <a:cubicBezTo>
                      <a:pt x="463209" y="681041"/>
                      <a:pt x="490656" y="729046"/>
                      <a:pt x="492935" y="788660"/>
                    </a:cubicBezTo>
                    <a:cubicBezTo>
                      <a:pt x="478180" y="812962"/>
                      <a:pt x="432995" y="816054"/>
                      <a:pt x="401642" y="814426"/>
                    </a:cubicBezTo>
                    <a:cubicBezTo>
                      <a:pt x="391173" y="761538"/>
                      <a:pt x="372513" y="702250"/>
                      <a:pt x="318053" y="696337"/>
                    </a:cubicBezTo>
                    <a:cubicBezTo>
                      <a:pt x="241189" y="688147"/>
                      <a:pt x="184667" y="751720"/>
                      <a:pt x="181304" y="818115"/>
                    </a:cubicBezTo>
                    <a:cubicBezTo>
                      <a:pt x="177018" y="896389"/>
                      <a:pt x="241786" y="1025489"/>
                      <a:pt x="332156" y="1016701"/>
                    </a:cubicBezTo>
                    <a:cubicBezTo>
                      <a:pt x="367469" y="1013284"/>
                      <a:pt x="376202" y="977700"/>
                      <a:pt x="414607" y="977700"/>
                    </a:cubicBezTo>
                    <a:cubicBezTo>
                      <a:pt x="435273" y="1018926"/>
                      <a:pt x="382440" y="1031944"/>
                      <a:pt x="376799" y="1061019"/>
                    </a:cubicBezTo>
                    <a:cubicBezTo>
                      <a:pt x="375659" y="1068613"/>
                      <a:pt x="381084" y="1098067"/>
                      <a:pt x="384447" y="1112171"/>
                    </a:cubicBezTo>
                    <a:cubicBezTo>
                      <a:pt x="401100" y="1180247"/>
                      <a:pt x="438094" y="1268122"/>
                      <a:pt x="474275" y="1320413"/>
                    </a:cubicBezTo>
                    <a:cubicBezTo>
                      <a:pt x="520274" y="1385343"/>
                      <a:pt x="610698" y="1396408"/>
                      <a:pt x="707903" y="1402918"/>
                    </a:cubicBezTo>
                    <a:cubicBezTo>
                      <a:pt x="725098" y="1365001"/>
                      <a:pt x="789269" y="1368147"/>
                      <a:pt x="831362" y="1378020"/>
                    </a:cubicBezTo>
                    <a:cubicBezTo>
                      <a:pt x="781403" y="1358221"/>
                      <a:pt x="734754" y="1309618"/>
                      <a:pt x="695752" y="1267308"/>
                    </a:cubicBezTo>
                    <a:cubicBezTo>
                      <a:pt x="651110" y="1218434"/>
                      <a:pt x="606793" y="1165275"/>
                      <a:pt x="604460" y="1102244"/>
                    </a:cubicBezTo>
                    <a:cubicBezTo>
                      <a:pt x="688158" y="1218380"/>
                      <a:pt x="756180" y="1319220"/>
                      <a:pt x="908226" y="1370371"/>
                    </a:cubicBezTo>
                    <a:cubicBezTo>
                      <a:pt x="1023222" y="1408288"/>
                      <a:pt x="1157693" y="1351983"/>
                      <a:pt x="1245568" y="1290145"/>
                    </a:cubicBezTo>
                    <a:cubicBezTo>
                      <a:pt x="1282508" y="1264162"/>
                      <a:pt x="1304314" y="1222882"/>
                      <a:pt x="1330351" y="1185942"/>
                    </a:cubicBezTo>
                    <a:cubicBezTo>
                      <a:pt x="1427773" y="1046047"/>
                      <a:pt x="1473555" y="845508"/>
                      <a:pt x="1463628" y="651098"/>
                    </a:cubicBezTo>
                    <a:cubicBezTo>
                      <a:pt x="1459451" y="570871"/>
                      <a:pt x="1459451" y="490590"/>
                      <a:pt x="1432330" y="437540"/>
                    </a:cubicBezTo>
                    <a:cubicBezTo>
                      <a:pt x="1404068" y="381072"/>
                      <a:pt x="1309684" y="331005"/>
                      <a:pt x="1253162" y="381072"/>
                    </a:cubicBezTo>
                    <a:cubicBezTo>
                      <a:pt x="1242476" y="325689"/>
                      <a:pt x="1298673" y="292058"/>
                      <a:pt x="1365067" y="311586"/>
                    </a:cubicBezTo>
                    <a:cubicBezTo>
                      <a:pt x="1317333" y="249694"/>
                      <a:pt x="1268459" y="177061"/>
                      <a:pt x="1201197" y="139253"/>
                    </a:cubicBezTo>
                    <a:close/>
                    <a:moveTo>
                      <a:pt x="901174" y="1077400"/>
                    </a:moveTo>
                    <a:cubicBezTo>
                      <a:pt x="945491" y="1189197"/>
                      <a:pt x="1098405" y="1175961"/>
                      <a:pt x="1227234" y="1173141"/>
                    </a:cubicBezTo>
                    <a:cubicBezTo>
                      <a:pt x="1220996" y="1187244"/>
                      <a:pt x="1208574" y="1204439"/>
                      <a:pt x="1193331" y="1210406"/>
                    </a:cubicBezTo>
                    <a:cubicBezTo>
                      <a:pt x="1152377" y="1227113"/>
                      <a:pt x="1038248" y="1239861"/>
                      <a:pt x="980912" y="1209593"/>
                    </a:cubicBezTo>
                    <a:cubicBezTo>
                      <a:pt x="944460" y="1189794"/>
                      <a:pt x="921244" y="1146290"/>
                      <a:pt x="901228" y="1120850"/>
                    </a:cubicBezTo>
                    <a:cubicBezTo>
                      <a:pt x="891301" y="1108428"/>
                      <a:pt x="843892" y="1076804"/>
                      <a:pt x="900360" y="1076804"/>
                    </a:cubicBezTo>
                    <a:close/>
                    <a:moveTo>
                      <a:pt x="913053" y="1014315"/>
                    </a:moveTo>
                    <a:cubicBezTo>
                      <a:pt x="977766" y="1047946"/>
                      <a:pt x="1095313" y="1051906"/>
                      <a:pt x="1182916" y="1049085"/>
                    </a:cubicBezTo>
                    <a:cubicBezTo>
                      <a:pt x="1187690" y="1068559"/>
                      <a:pt x="1187690" y="1092046"/>
                      <a:pt x="1187961" y="1115208"/>
                    </a:cubicBezTo>
                    <a:cubicBezTo>
                      <a:pt x="1075785" y="1121121"/>
                      <a:pt x="942996" y="1093131"/>
                      <a:pt x="913324" y="1014315"/>
                    </a:cubicBezTo>
                    <a:close/>
                    <a:moveTo>
                      <a:pt x="1395878" y="972222"/>
                    </a:moveTo>
                    <a:cubicBezTo>
                      <a:pt x="1361650" y="1037260"/>
                      <a:pt x="1313047" y="1109296"/>
                      <a:pt x="1212262" y="1111520"/>
                    </a:cubicBezTo>
                    <a:cubicBezTo>
                      <a:pt x="1210527" y="1091178"/>
                      <a:pt x="1209170" y="1058415"/>
                      <a:pt x="1212262" y="1046264"/>
                    </a:cubicBezTo>
                    <a:cubicBezTo>
                      <a:pt x="1289072" y="1038616"/>
                      <a:pt x="1337077" y="999343"/>
                      <a:pt x="1396203" y="972493"/>
                    </a:cubicBezTo>
                    <a:close/>
                    <a:moveTo>
                      <a:pt x="1348957" y="923945"/>
                    </a:moveTo>
                    <a:cubicBezTo>
                      <a:pt x="1275239" y="971733"/>
                      <a:pt x="1193006" y="1023374"/>
                      <a:pt x="1072367" y="1011548"/>
                    </a:cubicBezTo>
                    <a:cubicBezTo>
                      <a:pt x="1046981" y="988983"/>
                      <a:pt x="1037380" y="938916"/>
                      <a:pt x="1062224" y="905881"/>
                    </a:cubicBezTo>
                    <a:cubicBezTo>
                      <a:pt x="1075188" y="928827"/>
                      <a:pt x="1066401" y="970052"/>
                      <a:pt x="1103449" y="975964"/>
                    </a:cubicBezTo>
                    <a:cubicBezTo>
                      <a:pt x="1171796" y="988115"/>
                      <a:pt x="1250938" y="934142"/>
                      <a:pt x="1300897" y="915211"/>
                    </a:cubicBezTo>
                    <a:cubicBezTo>
                      <a:pt x="1331111" y="863788"/>
                      <a:pt x="1297479" y="844911"/>
                      <a:pt x="1270466" y="811877"/>
                    </a:cubicBezTo>
                    <a:cubicBezTo>
                      <a:pt x="1213890" y="744343"/>
                      <a:pt x="1138165" y="659831"/>
                      <a:pt x="1140227" y="557853"/>
                    </a:cubicBezTo>
                    <a:cubicBezTo>
                      <a:pt x="1162792" y="541742"/>
                      <a:pt x="1165341" y="583022"/>
                      <a:pt x="1168433" y="590345"/>
                    </a:cubicBezTo>
                    <a:cubicBezTo>
                      <a:pt x="1197888" y="659831"/>
                      <a:pt x="1271551" y="747706"/>
                      <a:pt x="1325795" y="807320"/>
                    </a:cubicBezTo>
                    <a:cubicBezTo>
                      <a:pt x="1338813" y="822563"/>
                      <a:pt x="1360565" y="835581"/>
                      <a:pt x="1362518" y="845508"/>
                    </a:cubicBezTo>
                    <a:cubicBezTo>
                      <a:pt x="1369298" y="873444"/>
                      <a:pt x="1344129" y="907075"/>
                      <a:pt x="1347546" y="925735"/>
                    </a:cubicBezTo>
                    <a:close/>
                    <a:moveTo>
                      <a:pt x="376853" y="875125"/>
                    </a:moveTo>
                    <a:cubicBezTo>
                      <a:pt x="354287" y="861835"/>
                      <a:pt x="348592" y="803577"/>
                      <a:pt x="321470" y="802221"/>
                    </a:cubicBezTo>
                    <a:cubicBezTo>
                      <a:pt x="282794" y="799997"/>
                      <a:pt x="289846" y="877946"/>
                      <a:pt x="289846" y="923456"/>
                    </a:cubicBezTo>
                    <a:cubicBezTo>
                      <a:pt x="262995" y="899752"/>
                      <a:pt x="258439" y="824787"/>
                      <a:pt x="277966" y="786979"/>
                    </a:cubicBezTo>
                    <a:cubicBezTo>
                      <a:pt x="255618" y="775967"/>
                      <a:pt x="245800" y="798858"/>
                      <a:pt x="233324" y="807320"/>
                    </a:cubicBezTo>
                    <a:cubicBezTo>
                      <a:pt x="249109" y="692323"/>
                      <a:pt x="402564" y="754541"/>
                      <a:pt x="377124" y="876807"/>
                    </a:cubicBezTo>
                    <a:close/>
                    <a:moveTo>
                      <a:pt x="259903" y="433472"/>
                    </a:moveTo>
                    <a:cubicBezTo>
                      <a:pt x="210161" y="488312"/>
                      <a:pt x="220902" y="590833"/>
                      <a:pt x="226543" y="664334"/>
                    </a:cubicBezTo>
                    <a:cubicBezTo>
                      <a:pt x="316642" y="607486"/>
                      <a:pt x="436141" y="668510"/>
                      <a:pt x="435056" y="765173"/>
                    </a:cubicBezTo>
                    <a:cubicBezTo>
                      <a:pt x="478235" y="764034"/>
                      <a:pt x="451113" y="711200"/>
                      <a:pt x="443519" y="677298"/>
                    </a:cubicBezTo>
                    <a:cubicBezTo>
                      <a:pt x="417753" y="566586"/>
                      <a:pt x="486208" y="446816"/>
                      <a:pt x="446339" y="345325"/>
                    </a:cubicBezTo>
                    <a:cubicBezTo>
                      <a:pt x="369476" y="351238"/>
                      <a:pt x="306173" y="382645"/>
                      <a:pt x="259903" y="432929"/>
                    </a:cubicBezTo>
                    <a:close/>
                    <a:moveTo>
                      <a:pt x="919562" y="513970"/>
                    </a:moveTo>
                    <a:cubicBezTo>
                      <a:pt x="941640" y="554707"/>
                      <a:pt x="948637" y="597071"/>
                      <a:pt x="980316" y="627610"/>
                    </a:cubicBezTo>
                    <a:cubicBezTo>
                      <a:pt x="994148" y="641443"/>
                      <a:pt x="1021541" y="658421"/>
                      <a:pt x="1008251" y="696554"/>
                    </a:cubicBezTo>
                    <a:cubicBezTo>
                      <a:pt x="1004942" y="705288"/>
                      <a:pt x="981726" y="724815"/>
                      <a:pt x="968490" y="729046"/>
                    </a:cubicBezTo>
                    <a:cubicBezTo>
                      <a:pt x="919617" y="743150"/>
                      <a:pt x="805488" y="731270"/>
                      <a:pt x="843892" y="670626"/>
                    </a:cubicBezTo>
                    <a:cubicBezTo>
                      <a:pt x="884630" y="671439"/>
                      <a:pt x="938873" y="696609"/>
                      <a:pt x="969087" y="667208"/>
                    </a:cubicBezTo>
                    <a:cubicBezTo>
                      <a:pt x="946467" y="629292"/>
                      <a:pt x="905242" y="556388"/>
                      <a:pt x="920485" y="513210"/>
                    </a:cubicBezTo>
                    <a:close/>
                    <a:moveTo>
                      <a:pt x="1367617" y="513210"/>
                    </a:moveTo>
                    <a:lnTo>
                      <a:pt x="1372770" y="513210"/>
                    </a:lnTo>
                    <a:cubicBezTo>
                      <a:pt x="1396474" y="561541"/>
                      <a:pt x="1415948" y="612639"/>
                      <a:pt x="1445294" y="655329"/>
                    </a:cubicBezTo>
                    <a:cubicBezTo>
                      <a:pt x="1425820" y="700840"/>
                      <a:pt x="1296720" y="741468"/>
                      <a:pt x="1298998" y="659506"/>
                    </a:cubicBezTo>
                    <a:cubicBezTo>
                      <a:pt x="1327259" y="647084"/>
                      <a:pt x="1374994" y="656956"/>
                      <a:pt x="1399892" y="641443"/>
                    </a:cubicBezTo>
                    <a:cubicBezTo>
                      <a:pt x="1386005" y="601085"/>
                      <a:pt x="1365122" y="568539"/>
                      <a:pt x="1368485" y="513210"/>
                    </a:cubicBezTo>
                    <a:close/>
                    <a:moveTo>
                      <a:pt x="866675" y="396260"/>
                    </a:moveTo>
                    <a:cubicBezTo>
                      <a:pt x="763883" y="372447"/>
                      <a:pt x="712460" y="439167"/>
                      <a:pt x="681649" y="508654"/>
                    </a:cubicBezTo>
                    <a:cubicBezTo>
                      <a:pt x="653659" y="501927"/>
                      <a:pt x="664671" y="464011"/>
                      <a:pt x="671722" y="444809"/>
                    </a:cubicBezTo>
                    <a:cubicBezTo>
                      <a:pt x="690111" y="393982"/>
                      <a:pt x="764371" y="326774"/>
                      <a:pt x="824853" y="335833"/>
                    </a:cubicBezTo>
                    <a:cubicBezTo>
                      <a:pt x="850890" y="340010"/>
                      <a:pt x="886474" y="363768"/>
                      <a:pt x="866675" y="396315"/>
                    </a:cubicBezTo>
                    <a:close/>
                    <a:moveTo>
                      <a:pt x="616448" y="115386"/>
                    </a:moveTo>
                    <a:cubicBezTo>
                      <a:pt x="503404" y="147010"/>
                      <a:pt x="358735" y="228918"/>
                      <a:pt x="312411" y="330354"/>
                    </a:cubicBezTo>
                    <a:cubicBezTo>
                      <a:pt x="348375" y="325309"/>
                      <a:pt x="373164" y="307192"/>
                      <a:pt x="408748" y="304968"/>
                    </a:cubicBezTo>
                    <a:cubicBezTo>
                      <a:pt x="422363" y="303829"/>
                      <a:pt x="439559" y="310338"/>
                      <a:pt x="455127" y="306053"/>
                    </a:cubicBezTo>
                    <a:cubicBezTo>
                      <a:pt x="485937" y="298459"/>
                      <a:pt x="511595" y="228972"/>
                      <a:pt x="534811" y="204074"/>
                    </a:cubicBezTo>
                    <a:cubicBezTo>
                      <a:pt x="557376" y="179285"/>
                      <a:pt x="584227" y="168219"/>
                      <a:pt x="602887" y="145654"/>
                    </a:cubicBezTo>
                    <a:cubicBezTo>
                      <a:pt x="614766" y="139145"/>
                      <a:pt x="632233" y="140284"/>
                      <a:pt x="633426" y="121624"/>
                    </a:cubicBezTo>
                    <a:cubicBezTo>
                      <a:pt x="628056" y="116199"/>
                      <a:pt x="622415" y="112023"/>
                      <a:pt x="616502" y="113975"/>
                    </a:cubicBezTo>
                    <a:close/>
                  </a:path>
                </a:pathLst>
              </a:custGeom>
              <a:solidFill>
                <a:srgbClr val="032481"/>
              </a:solidFill>
              <a:ln>
                <a:noFill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2160"/>
                </a:pPr>
                <a:endParaRPr sz="1488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</p:grpSp>
        <p:sp>
          <p:nvSpPr>
            <p:cNvPr id="141" name="Google Shape;278;p15"/>
            <p:cNvSpPr txBox="1"/>
            <p:nvPr/>
          </p:nvSpPr>
          <p:spPr>
            <a:xfrm>
              <a:off x="3767219" y="6016011"/>
              <a:ext cx="1277100" cy="19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05000"/>
                </a:lnSpc>
                <a:buClr>
                  <a:srgbClr val="000000"/>
                </a:buClr>
                <a:buSzPts val="1200"/>
              </a:pPr>
              <a:endParaRPr sz="827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142" name="Google Shape;279;p15"/>
            <p:cNvCxnSpPr/>
            <p:nvPr/>
          </p:nvCxnSpPr>
          <p:spPr>
            <a:xfrm rot="5400000">
              <a:off x="3781517" y="6187463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143" name="Google Shape;280;p15"/>
            <p:cNvGrpSpPr/>
            <p:nvPr/>
          </p:nvGrpSpPr>
          <p:grpSpPr>
            <a:xfrm>
              <a:off x="3404177" y="6592586"/>
              <a:ext cx="937818" cy="971381"/>
              <a:chOff x="2721902" y="6894580"/>
              <a:chExt cx="937818" cy="971381"/>
            </a:xfrm>
          </p:grpSpPr>
          <p:sp>
            <p:nvSpPr>
              <p:cNvPr id="145" name="Google Shape;281;p15"/>
              <p:cNvSpPr/>
              <p:nvPr/>
            </p:nvSpPr>
            <p:spPr>
              <a:xfrm>
                <a:off x="2788920" y="6995160"/>
                <a:ext cx="870800" cy="870801"/>
              </a:xfrm>
              <a:prstGeom prst="ellipse">
                <a:avLst/>
              </a:prstGeom>
              <a:solidFill>
                <a:srgbClr val="BBCDFF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46" name="Google Shape;282;p15"/>
              <p:cNvSpPr/>
              <p:nvPr/>
            </p:nvSpPr>
            <p:spPr>
              <a:xfrm>
                <a:off x="2743200" y="6947319"/>
                <a:ext cx="870800" cy="870801"/>
              </a:xfrm>
              <a:prstGeom prst="ellipse">
                <a:avLst/>
              </a:prstGeom>
              <a:solidFill>
                <a:srgbClr val="7A9DFD"/>
              </a:solidFill>
              <a:ln>
                <a:noFill/>
              </a:ln>
              <a:effectLst>
                <a:outerShdw blurRad="342900" algn="ctr" rotWithShape="0">
                  <a:srgbClr val="002FA7">
                    <a:alpha val="14117"/>
                  </a:srgbClr>
                </a:outerShdw>
              </a:effectLst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grpSp>
            <p:nvGrpSpPr>
              <p:cNvPr id="147" name="Google Shape;283;p15"/>
              <p:cNvGrpSpPr/>
              <p:nvPr/>
            </p:nvGrpSpPr>
            <p:grpSpPr>
              <a:xfrm>
                <a:off x="2721902" y="6894580"/>
                <a:ext cx="870800" cy="870801"/>
                <a:chOff x="2948764" y="6535839"/>
                <a:chExt cx="870800" cy="870801"/>
              </a:xfrm>
            </p:grpSpPr>
            <p:grpSp>
              <p:nvGrpSpPr>
                <p:cNvPr id="148" name="Google Shape;284;p15"/>
                <p:cNvGrpSpPr/>
                <p:nvPr/>
              </p:nvGrpSpPr>
              <p:grpSpPr>
                <a:xfrm>
                  <a:off x="2948764" y="6535839"/>
                  <a:ext cx="870800" cy="870801"/>
                  <a:chOff x="1811898" y="6386733"/>
                  <a:chExt cx="870800" cy="870800"/>
                </a:xfrm>
              </p:grpSpPr>
              <p:sp>
                <p:nvSpPr>
                  <p:cNvPr id="150" name="Google Shape;285;p15"/>
                  <p:cNvSpPr/>
                  <p:nvPr/>
                </p:nvSpPr>
                <p:spPr>
                  <a:xfrm>
                    <a:off x="1811898" y="6386733"/>
                    <a:ext cx="870800" cy="870800"/>
                  </a:xfrm>
                  <a:prstGeom prst="ellipse">
                    <a:avLst/>
                  </a:prstGeom>
                  <a:solidFill>
                    <a:srgbClr val="002FA7"/>
                  </a:solidFill>
                  <a:ln>
                    <a:noFill/>
                  </a:ln>
                  <a:effectLst>
                    <a:outerShdw blurRad="342900" algn="ctr" rotWithShape="0">
                      <a:srgbClr val="002FA7">
                        <a:alpha val="14117"/>
                      </a:srgbClr>
                    </a:outerShdw>
                  </a:effectLst>
                </p:spPr>
                <p:txBody>
                  <a:bodyPr spcFirstLastPara="1" wrap="square" lIns="62994" tIns="31488" rIns="62994" bIns="31488" anchor="ctr" anchorCtr="0">
                    <a:no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800"/>
                    </a:pPr>
                    <a:endParaRPr sz="1240">
                      <a:solidFill>
                        <a:schemeClr val="lt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  <p:sp>
                <p:nvSpPr>
                  <p:cNvPr id="151" name="Google Shape;286;p15"/>
                  <p:cNvSpPr txBox="1"/>
                  <p:nvPr/>
                </p:nvSpPr>
                <p:spPr>
                  <a:xfrm>
                    <a:off x="1902711" y="6418305"/>
                    <a:ext cx="689173" cy="3078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62994" tIns="31488" rIns="62994" bIns="31488" anchor="t" anchorCtr="0">
                    <a:spAutoFit/>
                  </a:bodyPr>
                  <a:lstStyle/>
                  <a:p>
                    <a:pPr algn="ctr">
                      <a:buClr>
                        <a:srgbClr val="000000"/>
                      </a:buClr>
                      <a:buSzPts val="1400"/>
                    </a:pPr>
                    <a:r>
                      <a:rPr lang="en-US" sz="965">
                        <a:solidFill>
                          <a:schemeClr val="lt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IBM Plex Sans"/>
                        <a:sym typeface="IBM Plex Sans"/>
                      </a:rPr>
                      <a:t>VM</a:t>
                    </a:r>
                    <a:endParaRPr sz="965">
                      <a:solidFill>
                        <a:schemeClr val="lt2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IBM Plex Sans"/>
                      <a:sym typeface="IBM Plex Sans"/>
                    </a:endParaRPr>
                  </a:p>
                </p:txBody>
              </p:sp>
            </p:grpSp>
            <p:pic>
              <p:nvPicPr>
                <p:cNvPr id="149" name="Google Shape;287;p15" descr="電腦 以實心填滿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3111009" y="6765542"/>
                  <a:ext cx="530982" cy="5309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44" name="Google Shape;288;p15"/>
            <p:cNvCxnSpPr/>
            <p:nvPr/>
          </p:nvCxnSpPr>
          <p:spPr>
            <a:xfrm rot="-5400000" flipH="1">
              <a:off x="4567769" y="6205696"/>
              <a:ext cx="356514" cy="34448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rgbClr val="00B05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cxnSp>
        <p:nvCxnSpPr>
          <p:cNvPr id="158" name="Google Shape;289;p15"/>
          <p:cNvCxnSpPr>
            <a:stCxn id="131" idx="6"/>
            <a:endCxn id="88" idx="2"/>
          </p:cNvCxnSpPr>
          <p:nvPr/>
        </p:nvCxnSpPr>
        <p:spPr>
          <a:xfrm rot="10800000" flipH="1">
            <a:off x="4871995" y="2369648"/>
            <a:ext cx="807806" cy="1509365"/>
          </a:xfrm>
          <a:prstGeom prst="bentConnector3">
            <a:avLst>
              <a:gd name="adj1" fmla="val 50006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9" name="Google Shape;290;p15"/>
          <p:cNvCxnSpPr>
            <a:stCxn id="131" idx="6"/>
            <a:endCxn id="41" idx="2"/>
          </p:cNvCxnSpPr>
          <p:nvPr/>
        </p:nvCxnSpPr>
        <p:spPr>
          <a:xfrm>
            <a:off x="4871995" y="3879013"/>
            <a:ext cx="826410" cy="241639"/>
          </a:xfrm>
          <a:prstGeom prst="bentConnector3">
            <a:avLst>
              <a:gd name="adj1" fmla="val 49998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291;p15"/>
          <p:cNvCxnSpPr>
            <a:stCxn id="88" idx="6"/>
            <a:endCxn id="152" idx="0"/>
          </p:cNvCxnSpPr>
          <p:nvPr/>
        </p:nvCxnSpPr>
        <p:spPr>
          <a:xfrm>
            <a:off x="6104762" y="2369698"/>
            <a:ext cx="1411180" cy="1296872"/>
          </a:xfrm>
          <a:prstGeom prst="bentConnector2">
            <a:avLst/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61" name="Google Shape;292;p15"/>
          <p:cNvCxnSpPr/>
          <p:nvPr/>
        </p:nvCxnSpPr>
        <p:spPr>
          <a:xfrm>
            <a:off x="8816707" y="2068769"/>
            <a:ext cx="504031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62" name="Google Shape;293;p15"/>
          <p:cNvSpPr txBox="1"/>
          <p:nvPr/>
        </p:nvSpPr>
        <p:spPr>
          <a:xfrm>
            <a:off x="9401830" y="2004377"/>
            <a:ext cx="356573" cy="22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965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25</a:t>
            </a:r>
            <a:endParaRPr sz="965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63" name="Google Shape;294;p15"/>
          <p:cNvSpPr/>
          <p:nvPr/>
        </p:nvSpPr>
        <p:spPr>
          <a:xfrm>
            <a:off x="8562526" y="4712919"/>
            <a:ext cx="1333342" cy="395140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endParaRPr sz="551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pic>
        <p:nvPicPr>
          <p:cNvPr id="164" name="Google Shape;295;p15" descr="信封 以實心填滿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5853" y="4792793"/>
            <a:ext cx="275231" cy="27523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296;p15"/>
          <p:cNvSpPr txBox="1"/>
          <p:nvPr/>
        </p:nvSpPr>
        <p:spPr>
          <a:xfrm>
            <a:off x="9044412" y="4839139"/>
            <a:ext cx="947011" cy="226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600"/>
            </a:pPr>
            <a:r>
              <a:rPr lang="en-US" sz="1102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Mail server</a:t>
            </a:r>
            <a:endParaRPr sz="1102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166" name="Google Shape;297;p15"/>
          <p:cNvCxnSpPr>
            <a:endCxn id="163" idx="2"/>
          </p:cNvCxnSpPr>
          <p:nvPr/>
        </p:nvCxnSpPr>
        <p:spPr>
          <a:xfrm>
            <a:off x="7688618" y="4037323"/>
            <a:ext cx="1540578" cy="1070736"/>
          </a:xfrm>
          <a:prstGeom prst="bentConnector4">
            <a:avLst>
              <a:gd name="adj1" fmla="val 38908"/>
              <a:gd name="adj2" fmla="val 168955"/>
            </a:avLst>
          </a:prstGeom>
          <a:noFill/>
          <a:ln w="19050" cap="flat" cmpd="sng">
            <a:solidFill>
              <a:srgbClr val="F9DD2A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298;p15"/>
          <p:cNvCxnSpPr>
            <a:endCxn id="163" idx="2"/>
          </p:cNvCxnSpPr>
          <p:nvPr/>
        </p:nvCxnSpPr>
        <p:spPr>
          <a:xfrm>
            <a:off x="4851375" y="4008798"/>
            <a:ext cx="4377821" cy="1099261"/>
          </a:xfrm>
          <a:prstGeom prst="bentConnector4">
            <a:avLst>
              <a:gd name="adj1" fmla="val 11354"/>
              <a:gd name="adj2" fmla="val 167166"/>
            </a:avLst>
          </a:prstGeom>
          <a:noFill/>
          <a:ln w="19050" cap="flat" cmpd="sng">
            <a:solidFill>
              <a:srgbClr val="F9DD2A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299;p15"/>
          <p:cNvCxnSpPr>
            <a:stCxn id="173" idx="2"/>
            <a:endCxn id="50" idx="6"/>
          </p:cNvCxnSpPr>
          <p:nvPr/>
        </p:nvCxnSpPr>
        <p:spPr>
          <a:xfrm rot="10800000">
            <a:off x="2547191" y="2369104"/>
            <a:ext cx="430370" cy="178936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9" name="Google Shape;301;p15"/>
          <p:cNvGrpSpPr/>
          <p:nvPr/>
        </p:nvGrpSpPr>
        <p:grpSpPr>
          <a:xfrm>
            <a:off x="2774297" y="2335605"/>
            <a:ext cx="807225" cy="974060"/>
            <a:chOff x="3191102" y="2904542"/>
            <a:chExt cx="1171557" cy="1413691"/>
          </a:xfrm>
        </p:grpSpPr>
        <p:sp>
          <p:nvSpPr>
            <p:cNvPr id="170" name="Google Shape;302;p15"/>
            <p:cNvSpPr txBox="1"/>
            <p:nvPr/>
          </p:nvSpPr>
          <p:spPr>
            <a:xfrm>
              <a:off x="3323341" y="3511977"/>
              <a:ext cx="903570" cy="449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 err="1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Gitlab</a:t>
              </a:r>
              <a:endParaRPr sz="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 err="1">
                  <a:solidFill>
                    <a:srgbClr val="3C3C3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原碼管控</a:t>
              </a:r>
              <a:endParaRPr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grpSp>
          <p:nvGrpSpPr>
            <p:cNvPr id="171" name="Google Shape;303;p15"/>
            <p:cNvGrpSpPr/>
            <p:nvPr/>
          </p:nvGrpSpPr>
          <p:grpSpPr>
            <a:xfrm>
              <a:off x="3486103" y="2904542"/>
              <a:ext cx="616628" cy="616628"/>
              <a:chOff x="5921680" y="3152380"/>
              <a:chExt cx="616628" cy="616628"/>
            </a:xfrm>
          </p:grpSpPr>
          <p:sp>
            <p:nvSpPr>
              <p:cNvPr id="173" name="Google Shape;300;p15"/>
              <p:cNvSpPr/>
              <p:nvPr/>
            </p:nvSpPr>
            <p:spPr>
              <a:xfrm>
                <a:off x="5921680" y="3152380"/>
                <a:ext cx="616628" cy="616628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800"/>
                </a:pPr>
                <a:endParaRPr sz="1240">
                  <a:solidFill>
                    <a:schemeClr val="lt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  <p:sp>
            <p:nvSpPr>
              <p:cNvPr id="174" name="Google Shape;304;p15"/>
              <p:cNvSpPr/>
              <p:nvPr/>
            </p:nvSpPr>
            <p:spPr>
              <a:xfrm>
                <a:off x="6052437" y="3305624"/>
                <a:ext cx="375000" cy="346880"/>
              </a:xfrm>
              <a:custGeom>
                <a:avLst/>
                <a:gdLst/>
                <a:ahLst/>
                <a:cxnLst/>
                <a:rect l="l" t="t" r="r" b="b"/>
                <a:pathLst>
                  <a:path w="375000" h="346880" extrusionOk="0">
                    <a:moveTo>
                      <a:pt x="373890" y="194266"/>
                    </a:moveTo>
                    <a:lnTo>
                      <a:pt x="354201" y="133886"/>
                    </a:lnTo>
                    <a:cubicBezTo>
                      <a:pt x="354201" y="133323"/>
                      <a:pt x="354014" y="132761"/>
                      <a:pt x="353826" y="132198"/>
                    </a:cubicBezTo>
                    <a:lnTo>
                      <a:pt x="314261" y="10688"/>
                    </a:lnTo>
                    <a:cubicBezTo>
                      <a:pt x="312198" y="4688"/>
                      <a:pt x="306197" y="0"/>
                      <a:pt x="299259" y="0"/>
                    </a:cubicBezTo>
                    <a:cubicBezTo>
                      <a:pt x="292509" y="0"/>
                      <a:pt x="286508" y="4688"/>
                      <a:pt x="284446" y="10876"/>
                    </a:cubicBezTo>
                    <a:lnTo>
                      <a:pt x="246943" y="126573"/>
                    </a:lnTo>
                    <a:lnTo>
                      <a:pt x="128246" y="126573"/>
                    </a:lnTo>
                    <a:lnTo>
                      <a:pt x="90555" y="10876"/>
                    </a:lnTo>
                    <a:cubicBezTo>
                      <a:pt x="88492" y="4688"/>
                      <a:pt x="82492" y="0"/>
                      <a:pt x="75741" y="0"/>
                    </a:cubicBezTo>
                    <a:lnTo>
                      <a:pt x="75741" y="0"/>
                    </a:lnTo>
                    <a:cubicBezTo>
                      <a:pt x="68803" y="0"/>
                      <a:pt x="62803" y="4688"/>
                      <a:pt x="60740" y="10876"/>
                    </a:cubicBezTo>
                    <a:lnTo>
                      <a:pt x="21175" y="132573"/>
                    </a:lnTo>
                    <a:cubicBezTo>
                      <a:pt x="21175" y="132573"/>
                      <a:pt x="21175" y="132761"/>
                      <a:pt x="21175" y="132761"/>
                    </a:cubicBezTo>
                    <a:lnTo>
                      <a:pt x="1110" y="194266"/>
                    </a:lnTo>
                    <a:cubicBezTo>
                      <a:pt x="-1890" y="203641"/>
                      <a:pt x="1298" y="213767"/>
                      <a:pt x="9361" y="219393"/>
                    </a:cubicBezTo>
                    <a:lnTo>
                      <a:pt x="182250" y="345215"/>
                    </a:lnTo>
                    <a:cubicBezTo>
                      <a:pt x="185438" y="347465"/>
                      <a:pt x="189563" y="347465"/>
                      <a:pt x="192751" y="345028"/>
                    </a:cubicBezTo>
                    <a:lnTo>
                      <a:pt x="365640" y="219393"/>
                    </a:lnTo>
                    <a:cubicBezTo>
                      <a:pt x="373703" y="213767"/>
                      <a:pt x="376891" y="203641"/>
                      <a:pt x="373890" y="194266"/>
                    </a:cubicBezTo>
                    <a:moveTo>
                      <a:pt x="115307" y="144387"/>
                    </a:moveTo>
                    <a:lnTo>
                      <a:pt x="163498" y="292711"/>
                    </a:lnTo>
                    <a:lnTo>
                      <a:pt x="47802" y="144387"/>
                    </a:lnTo>
                    <a:moveTo>
                      <a:pt x="211502" y="292898"/>
                    </a:moveTo>
                    <a:lnTo>
                      <a:pt x="257819" y="150575"/>
                    </a:lnTo>
                    <a:lnTo>
                      <a:pt x="259694" y="144387"/>
                    </a:lnTo>
                    <a:lnTo>
                      <a:pt x="327387" y="144387"/>
                    </a:lnTo>
                    <a:lnTo>
                      <a:pt x="222566" y="278647"/>
                    </a:lnTo>
                    <a:moveTo>
                      <a:pt x="299447" y="22314"/>
                    </a:moveTo>
                    <a:lnTo>
                      <a:pt x="333387" y="126573"/>
                    </a:lnTo>
                    <a:lnTo>
                      <a:pt x="265507" y="126573"/>
                    </a:lnTo>
                    <a:moveTo>
                      <a:pt x="241130" y="144387"/>
                    </a:moveTo>
                    <a:lnTo>
                      <a:pt x="207564" y="247707"/>
                    </a:lnTo>
                    <a:lnTo>
                      <a:pt x="187500" y="309212"/>
                    </a:lnTo>
                    <a:lnTo>
                      <a:pt x="133871" y="144387"/>
                    </a:lnTo>
                    <a:moveTo>
                      <a:pt x="75554" y="22314"/>
                    </a:moveTo>
                    <a:lnTo>
                      <a:pt x="109494" y="126573"/>
                    </a:lnTo>
                    <a:lnTo>
                      <a:pt x="41801" y="126573"/>
                    </a:lnTo>
                    <a:moveTo>
                      <a:pt x="19674" y="205141"/>
                    </a:moveTo>
                    <a:cubicBezTo>
                      <a:pt x="17987" y="203829"/>
                      <a:pt x="17237" y="201579"/>
                      <a:pt x="17987" y="199703"/>
                    </a:cubicBezTo>
                    <a:lnTo>
                      <a:pt x="32800" y="154137"/>
                    </a:lnTo>
                    <a:lnTo>
                      <a:pt x="141934" y="293836"/>
                    </a:lnTo>
                    <a:moveTo>
                      <a:pt x="355326" y="205141"/>
                    </a:moveTo>
                    <a:lnTo>
                      <a:pt x="233254" y="293836"/>
                    </a:lnTo>
                    <a:lnTo>
                      <a:pt x="233629" y="293273"/>
                    </a:lnTo>
                    <a:lnTo>
                      <a:pt x="342200" y="154137"/>
                    </a:lnTo>
                    <a:lnTo>
                      <a:pt x="357014" y="199703"/>
                    </a:lnTo>
                    <a:cubicBezTo>
                      <a:pt x="357764" y="201579"/>
                      <a:pt x="357014" y="203829"/>
                      <a:pt x="355326" y="205141"/>
                    </a:cubicBezTo>
                  </a:path>
                </a:pathLst>
              </a:custGeom>
              <a:solidFill>
                <a:srgbClr val="032481"/>
              </a:solidFill>
              <a:ln>
                <a:noFill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2160"/>
                </a:pPr>
                <a:endParaRPr sz="1488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</p:txBody>
          </p:sp>
        </p:grpSp>
        <p:sp>
          <p:nvSpPr>
            <p:cNvPr id="172" name="Google Shape;305;p15"/>
            <p:cNvSpPr txBox="1"/>
            <p:nvPr/>
          </p:nvSpPr>
          <p:spPr>
            <a:xfrm>
              <a:off x="3191102" y="3940294"/>
              <a:ext cx="1171557" cy="3779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05000"/>
                </a:lnSpc>
                <a:buClr>
                  <a:srgbClr val="000000"/>
                </a:buClr>
                <a:buSzPts val="1200"/>
              </a:pPr>
              <a:r>
                <a:rPr lang="en-US" sz="758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</a:t>
              </a:r>
              <a:r>
                <a:rPr lang="en-US" sz="7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10.21.109.110</a:t>
              </a:r>
              <a:r>
                <a:rPr lang="en-US" sz="758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)</a:t>
              </a:r>
            </a:p>
            <a:p>
              <a:pPr>
                <a:lnSpc>
                  <a:spcPct val="105000"/>
                </a:lnSpc>
                <a:buSzPts val="1200"/>
              </a:pPr>
              <a:r>
                <a:rPr lang="en-US" altLang="zh-TW" sz="758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</a:t>
              </a:r>
              <a:r>
                <a:rPr lang="en-US" altLang="zh-TW" sz="700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pre-stage</a:t>
              </a:r>
              <a:r>
                <a:rPr lang="en-US" altLang="zh-TW" sz="758" dirty="0">
                  <a:solidFill>
                    <a:schemeClr val="dk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 branch)</a:t>
              </a:r>
            </a:p>
            <a:p>
              <a:pPr>
                <a:lnSpc>
                  <a:spcPct val="105000"/>
                </a:lnSpc>
                <a:buClr>
                  <a:srgbClr val="000000"/>
                </a:buClr>
                <a:buSzPts val="1200"/>
              </a:pPr>
              <a:endParaRPr sz="758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cxnSp>
        <p:nvCxnSpPr>
          <p:cNvPr id="175" name="Google Shape;306;p15"/>
          <p:cNvCxnSpPr>
            <a:stCxn id="173" idx="6"/>
            <a:endCxn id="131" idx="2"/>
          </p:cNvCxnSpPr>
          <p:nvPr/>
        </p:nvCxnSpPr>
        <p:spPr>
          <a:xfrm>
            <a:off x="3402428" y="2548039"/>
            <a:ext cx="1044691" cy="1330978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176" name="Google Shape;30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88924" y="4184331"/>
            <a:ext cx="475363" cy="14638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/>
          <p:nvPr/>
        </p:nvSpPr>
        <p:spPr>
          <a:xfrm>
            <a:off x="1072806" y="3244469"/>
            <a:ext cx="424868" cy="424868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002FA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1800"/>
            </a:pPr>
            <a:endParaRPr sz="1240">
              <a:solidFill>
                <a:schemeClr val="lt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pic>
        <p:nvPicPr>
          <p:cNvPr id="179" name="圖片 1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951" y="3360984"/>
            <a:ext cx="179139" cy="187282"/>
          </a:xfrm>
          <a:prstGeom prst="rect">
            <a:avLst/>
          </a:prstGeom>
        </p:spPr>
      </p:pic>
      <p:pic>
        <p:nvPicPr>
          <p:cNvPr id="180" name="圖片 17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3709" y="3361553"/>
            <a:ext cx="170116" cy="186713"/>
          </a:xfrm>
          <a:prstGeom prst="rect">
            <a:avLst/>
          </a:prstGeom>
        </p:spPr>
      </p:pic>
      <p:sp>
        <p:nvSpPr>
          <p:cNvPr id="182" name="Google Shape;178;p15"/>
          <p:cNvSpPr txBox="1"/>
          <p:nvPr/>
        </p:nvSpPr>
        <p:spPr>
          <a:xfrm>
            <a:off x="782325" y="3622505"/>
            <a:ext cx="1026543" cy="31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800" b="1" dirty="0" err="1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Sonatype</a:t>
            </a:r>
            <a: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/>
            </a:r>
            <a:br>
              <a:rPr 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</a:br>
            <a:r>
              <a:rPr lang="zh-TW" altLang="en-US" sz="800" b="1" dirty="0">
                <a:solidFill>
                  <a:srgbClr val="3C3C3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掃描第三方套件</a:t>
            </a:r>
            <a:endParaRPr sz="800" b="1" dirty="0">
              <a:solidFill>
                <a:srgbClr val="3C3C3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183" name="肘形接點 182"/>
          <p:cNvCxnSpPr>
            <a:stCxn id="110" idx="2"/>
            <a:endCxn id="177" idx="6"/>
          </p:cNvCxnSpPr>
          <p:nvPr/>
        </p:nvCxnSpPr>
        <p:spPr>
          <a:xfrm rot="10800000">
            <a:off x="1497675" y="3456903"/>
            <a:ext cx="1325757" cy="422110"/>
          </a:xfrm>
          <a:prstGeom prst="bentConnector3">
            <a:avLst>
              <a:gd name="adj1" fmla="val 43821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肘形接點 183"/>
          <p:cNvCxnSpPr>
            <a:endCxn id="110" idx="1"/>
          </p:cNvCxnSpPr>
          <p:nvPr/>
        </p:nvCxnSpPr>
        <p:spPr>
          <a:xfrm>
            <a:off x="1785444" y="3372262"/>
            <a:ext cx="1100207" cy="356537"/>
          </a:xfrm>
          <a:prstGeom prst="bentConnector2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6" name="圖片 18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17" y="2781788"/>
            <a:ext cx="739811" cy="612467"/>
          </a:xfrm>
          <a:prstGeom prst="rect">
            <a:avLst/>
          </a:prstGeom>
        </p:spPr>
      </p:pic>
      <p:cxnSp>
        <p:nvCxnSpPr>
          <p:cNvPr id="187" name="肘形接點 186"/>
          <p:cNvCxnSpPr>
            <a:stCxn id="186" idx="2"/>
            <a:endCxn id="177" idx="2"/>
          </p:cNvCxnSpPr>
          <p:nvPr/>
        </p:nvCxnSpPr>
        <p:spPr>
          <a:xfrm rot="16200000" flipH="1">
            <a:off x="741940" y="3126037"/>
            <a:ext cx="62648" cy="599083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肘形接點 187"/>
          <p:cNvCxnSpPr>
            <a:endCxn id="62" idx="7"/>
          </p:cNvCxnSpPr>
          <p:nvPr/>
        </p:nvCxnSpPr>
        <p:spPr>
          <a:xfrm rot="16200000" flipV="1">
            <a:off x="1218018" y="2605025"/>
            <a:ext cx="921348" cy="489585"/>
          </a:xfrm>
          <a:prstGeom prst="bentConnector3">
            <a:avLst>
              <a:gd name="adj1" fmla="val 99806"/>
            </a:avLst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肘形接點 188"/>
          <p:cNvCxnSpPr/>
          <p:nvPr/>
        </p:nvCxnSpPr>
        <p:spPr>
          <a:xfrm rot="10800000">
            <a:off x="1917192" y="3309891"/>
            <a:ext cx="3756184" cy="6661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Google Shape;200;p15"/>
          <p:cNvSpPr txBox="1"/>
          <p:nvPr/>
        </p:nvSpPr>
        <p:spPr>
          <a:xfrm>
            <a:off x="1160118" y="4725646"/>
            <a:ext cx="627682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(10.10.2.164)</a:t>
            </a:r>
            <a:endParaRPr sz="7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91" name="Google Shape;200;p15"/>
          <p:cNvSpPr txBox="1"/>
          <p:nvPr/>
        </p:nvSpPr>
        <p:spPr>
          <a:xfrm>
            <a:off x="992355" y="3897867"/>
            <a:ext cx="658977" cy="134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7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(10.21.114.100)</a:t>
            </a:r>
            <a:endParaRPr sz="700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cxnSp>
        <p:nvCxnSpPr>
          <p:cNvPr id="222" name="肘形接點 221"/>
          <p:cNvCxnSpPr>
            <a:stCxn id="177" idx="7"/>
          </p:cNvCxnSpPr>
          <p:nvPr/>
        </p:nvCxnSpPr>
        <p:spPr>
          <a:xfrm rot="5400000" flipH="1" flipV="1">
            <a:off x="1248864" y="2876163"/>
            <a:ext cx="617117" cy="243937"/>
          </a:xfrm>
          <a:prstGeom prst="bentConnector3">
            <a:avLst>
              <a:gd name="adj1" fmla="val -8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肘形接點 225"/>
          <p:cNvCxnSpPr>
            <a:endCxn id="62" idx="5"/>
          </p:cNvCxnSpPr>
          <p:nvPr/>
        </p:nvCxnSpPr>
        <p:spPr>
          <a:xfrm rot="10800000">
            <a:off x="1433900" y="2689573"/>
            <a:ext cx="248869" cy="1"/>
          </a:xfrm>
          <a:prstGeom prst="bentConnector4">
            <a:avLst>
              <a:gd name="adj1" fmla="val 37499"/>
              <a:gd name="adj2" fmla="val 6460000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肘形接點 238"/>
          <p:cNvCxnSpPr/>
          <p:nvPr/>
        </p:nvCxnSpPr>
        <p:spPr>
          <a:xfrm rot="5400000" flipH="1" flipV="1">
            <a:off x="2935596" y="3198072"/>
            <a:ext cx="1007276" cy="368219"/>
          </a:xfrm>
          <a:prstGeom prst="bentConnector3">
            <a:avLst>
              <a:gd name="adj1" fmla="val -685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肘形接點 243"/>
          <p:cNvCxnSpPr/>
          <p:nvPr/>
        </p:nvCxnSpPr>
        <p:spPr>
          <a:xfrm rot="16200000" flipV="1">
            <a:off x="3378766" y="2656043"/>
            <a:ext cx="256436" cy="228050"/>
          </a:xfrm>
          <a:prstGeom prst="bentConnector3">
            <a:avLst>
              <a:gd name="adj1" fmla="val 50000"/>
            </a:avLst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39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419;p17"/>
          <p:cNvCxnSpPr/>
          <p:nvPr/>
        </p:nvCxnSpPr>
        <p:spPr>
          <a:xfrm>
            <a:off x="6306452" y="2646505"/>
            <a:ext cx="0" cy="50394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73" name="Google Shape;373;p17"/>
          <p:cNvSpPr/>
          <p:nvPr/>
        </p:nvSpPr>
        <p:spPr>
          <a:xfrm flipH="1">
            <a:off x="353241" y="2354872"/>
            <a:ext cx="735872" cy="1524455"/>
          </a:xfrm>
          <a:prstGeom prst="curvedLeftArrow">
            <a:avLst>
              <a:gd name="adj1" fmla="val 28013"/>
              <a:gd name="adj2" fmla="val 47593"/>
              <a:gd name="adj3" fmla="val 0"/>
            </a:avLst>
          </a:prstGeom>
          <a:gradFill>
            <a:gsLst>
              <a:gs pos="0">
                <a:srgbClr val="005D5A"/>
              </a:gs>
              <a:gs pos="64000">
                <a:srgbClr val="036F89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200" b="1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374" name="Google Shape;374;p17"/>
          <p:cNvSpPr/>
          <p:nvPr/>
        </p:nvSpPr>
        <p:spPr>
          <a:xfrm rot="-5400000">
            <a:off x="4827806" y="-2491152"/>
            <a:ext cx="390674" cy="8505527"/>
          </a:xfrm>
          <a:prstGeom prst="downArrow">
            <a:avLst>
              <a:gd name="adj1" fmla="val 50000"/>
              <a:gd name="adj2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80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375" name="Google Shape;375;p17"/>
          <p:cNvGrpSpPr/>
          <p:nvPr/>
        </p:nvGrpSpPr>
        <p:grpSpPr>
          <a:xfrm>
            <a:off x="216346" y="1354053"/>
            <a:ext cx="1351051" cy="564990"/>
            <a:chOff x="396928" y="1781997"/>
            <a:chExt cx="1960832" cy="819992"/>
          </a:xfrm>
        </p:grpSpPr>
        <p:sp>
          <p:nvSpPr>
            <p:cNvPr id="376" name="Google Shape;376;p17"/>
            <p:cNvSpPr/>
            <p:nvPr/>
          </p:nvSpPr>
          <p:spPr>
            <a:xfrm>
              <a:off x="594360" y="2116589"/>
              <a:ext cx="1763400" cy="485400"/>
            </a:xfrm>
            <a:prstGeom prst="roundRect">
              <a:avLst>
                <a:gd name="adj" fmla="val 16667"/>
              </a:avLst>
            </a:prstGeom>
            <a:solidFill>
              <a:srgbClr val="071C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77800" dist="76200" dir="5400000" algn="t" rotWithShape="0">
                <a:srgbClr val="0A2CAA">
                  <a:alpha val="40000"/>
                </a:srgbClr>
              </a:outerShdw>
            </a:effectLst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400"/>
              </a:pPr>
              <a:r>
                <a:rPr lang="en-US" sz="8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Gitlab</a:t>
              </a: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/>
                <a:sym typeface="Consolas"/>
              </a:endParaRPr>
            </a:p>
          </p:txBody>
        </p:sp>
        <p:pic>
          <p:nvPicPr>
            <p:cNvPr id="377" name="Google Shape;377;p17" descr="Gitlab - Free brands and logotypes ic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6928" y="1781997"/>
              <a:ext cx="669184" cy="6691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8" name="Google Shape;378;p17"/>
          <p:cNvGrpSpPr/>
          <p:nvPr/>
        </p:nvGrpSpPr>
        <p:grpSpPr>
          <a:xfrm>
            <a:off x="2641273" y="1171881"/>
            <a:ext cx="574642" cy="748588"/>
            <a:chOff x="4121620" y="1402533"/>
            <a:chExt cx="834000" cy="1086454"/>
          </a:xfrm>
        </p:grpSpPr>
        <p:sp>
          <p:nvSpPr>
            <p:cNvPr id="379" name="Google Shape;379;p17"/>
            <p:cNvSpPr/>
            <p:nvPr/>
          </p:nvSpPr>
          <p:spPr>
            <a:xfrm>
              <a:off x="4315835" y="200568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380" name="Google Shape;380;p17" descr="因果 以實心填滿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64568" y="2062568"/>
              <a:ext cx="385960" cy="385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17"/>
            <p:cNvSpPr txBox="1"/>
            <p:nvPr/>
          </p:nvSpPr>
          <p:spPr>
            <a:xfrm>
              <a:off x="4121620" y="1402533"/>
              <a:ext cx="834000" cy="56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Local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Branch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7"/>
          <p:cNvGrpSpPr/>
          <p:nvPr/>
        </p:nvGrpSpPr>
        <p:grpSpPr>
          <a:xfrm>
            <a:off x="3589395" y="1310429"/>
            <a:ext cx="669933" cy="610040"/>
            <a:chOff x="5902673" y="1603613"/>
            <a:chExt cx="972300" cy="885374"/>
          </a:xfrm>
        </p:grpSpPr>
        <p:sp>
          <p:nvSpPr>
            <p:cNvPr id="383" name="Google Shape;383;p17"/>
            <p:cNvSpPr/>
            <p:nvPr/>
          </p:nvSpPr>
          <p:spPr>
            <a:xfrm>
              <a:off x="6117426" y="200568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384" name="Google Shape;384;p17" descr="已連線 以實心填滿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46140" y="2018992"/>
              <a:ext cx="437488" cy="437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17"/>
            <p:cNvSpPr txBox="1"/>
            <p:nvPr/>
          </p:nvSpPr>
          <p:spPr>
            <a:xfrm>
              <a:off x="5902673" y="1603613"/>
              <a:ext cx="9723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Commit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386" name="Google Shape;386;p17"/>
          <p:cNvGrpSpPr/>
          <p:nvPr/>
        </p:nvGrpSpPr>
        <p:grpSpPr>
          <a:xfrm>
            <a:off x="4387172" y="1174618"/>
            <a:ext cx="1186973" cy="745851"/>
            <a:chOff x="7139071" y="1406505"/>
            <a:chExt cx="1722699" cy="1082482"/>
          </a:xfrm>
        </p:grpSpPr>
        <p:sp>
          <p:nvSpPr>
            <p:cNvPr id="387" name="Google Shape;387;p17"/>
            <p:cNvSpPr/>
            <p:nvPr/>
          </p:nvSpPr>
          <p:spPr>
            <a:xfrm>
              <a:off x="7739482" y="200568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388" name="Google Shape;388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18069" y="2076784"/>
              <a:ext cx="337742" cy="337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17"/>
            <p:cNvSpPr txBox="1"/>
            <p:nvPr/>
          </p:nvSpPr>
          <p:spPr>
            <a:xfrm>
              <a:off x="7139071" y="1406505"/>
              <a:ext cx="1722699" cy="56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Merge request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(Dev branch)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390" name="Google Shape;390;p17"/>
          <p:cNvSpPr/>
          <p:nvPr/>
        </p:nvSpPr>
        <p:spPr>
          <a:xfrm rot="5400000" flipH="1">
            <a:off x="4954424" y="-1647577"/>
            <a:ext cx="410311" cy="8205804"/>
          </a:xfrm>
          <a:prstGeom prst="downArrow">
            <a:avLst>
              <a:gd name="adj1" fmla="val 50000"/>
              <a:gd name="adj2" fmla="val 0"/>
            </a:avLst>
          </a:prstGeom>
          <a:solidFill>
            <a:srgbClr val="004FC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80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1860829" y="1579454"/>
            <a:ext cx="333003" cy="333003"/>
          </a:xfrm>
          <a:prstGeom prst="ellipse">
            <a:avLst/>
          </a:prstGeom>
          <a:solidFill>
            <a:schemeClr val="lt2"/>
          </a:solidFill>
          <a:ln w="12700" cap="flat" cmpd="sng">
            <a:solidFill>
              <a:srgbClr val="002FA7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80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pic>
        <p:nvPicPr>
          <p:cNvPr id="392" name="Google Shape;392;p17" descr="醫生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79811" y="1588622"/>
            <a:ext cx="284612" cy="2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7"/>
          <p:cNvSpPr txBox="1"/>
          <p:nvPr/>
        </p:nvSpPr>
        <p:spPr>
          <a:xfrm>
            <a:off x="1522619" y="1352504"/>
            <a:ext cx="1009551" cy="23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開發人員</a:t>
            </a:r>
            <a:endParaRPr sz="800" b="1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394" name="Google Shape;394;p17"/>
          <p:cNvGrpSpPr/>
          <p:nvPr/>
        </p:nvGrpSpPr>
        <p:grpSpPr>
          <a:xfrm>
            <a:off x="5698574" y="1331268"/>
            <a:ext cx="1009551" cy="570106"/>
            <a:chOff x="8945339" y="1633856"/>
            <a:chExt cx="1465200" cy="827417"/>
          </a:xfrm>
        </p:grpSpPr>
        <p:sp>
          <p:nvSpPr>
            <p:cNvPr id="395" name="Google Shape;395;p17"/>
            <p:cNvSpPr/>
            <p:nvPr/>
          </p:nvSpPr>
          <p:spPr>
            <a:xfrm>
              <a:off x="9403738" y="197797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396" name="Google Shape;396;p17"/>
            <p:cNvSpPr txBox="1"/>
            <p:nvPr/>
          </p:nvSpPr>
          <p:spPr>
            <a:xfrm>
              <a:off x="8945339" y="1633856"/>
              <a:ext cx="14652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開發人員主管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397" name="Google Shape;397;p17" descr="醫生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31287" y="1991278"/>
              <a:ext cx="413069" cy="4130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8" name="Google Shape;398;p17"/>
          <p:cNvGrpSpPr/>
          <p:nvPr/>
        </p:nvGrpSpPr>
        <p:grpSpPr>
          <a:xfrm>
            <a:off x="6805138" y="1316636"/>
            <a:ext cx="965522" cy="582960"/>
            <a:chOff x="10575652" y="1612620"/>
            <a:chExt cx="1401300" cy="846073"/>
          </a:xfrm>
        </p:grpSpPr>
        <p:sp>
          <p:nvSpPr>
            <p:cNvPr id="399" name="Google Shape;399;p17"/>
            <p:cNvSpPr/>
            <p:nvPr/>
          </p:nvSpPr>
          <p:spPr>
            <a:xfrm>
              <a:off x="11042072" y="197539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00" name="Google Shape;400;p17"/>
            <p:cNvSpPr txBox="1"/>
            <p:nvPr/>
          </p:nvSpPr>
          <p:spPr>
            <a:xfrm>
              <a:off x="10575652" y="1612620"/>
              <a:ext cx="1401300" cy="326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Code Review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401" name="Google Shape;401;p17" descr="眼睛 以實心填滿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093919" y="2028018"/>
              <a:ext cx="407167" cy="4071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p17"/>
          <p:cNvGrpSpPr/>
          <p:nvPr/>
        </p:nvGrpSpPr>
        <p:grpSpPr>
          <a:xfrm>
            <a:off x="7707585" y="1161237"/>
            <a:ext cx="1195055" cy="736079"/>
            <a:chOff x="12053905" y="1387084"/>
            <a:chExt cx="1734430" cy="1068300"/>
          </a:xfrm>
        </p:grpSpPr>
        <p:sp>
          <p:nvSpPr>
            <p:cNvPr id="403" name="Google Shape;403;p17"/>
            <p:cNvSpPr/>
            <p:nvPr/>
          </p:nvSpPr>
          <p:spPr>
            <a:xfrm>
              <a:off x="12658374" y="1972084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04" name="Google Shape;404;p17"/>
            <p:cNvSpPr txBox="1"/>
            <p:nvPr/>
          </p:nvSpPr>
          <p:spPr>
            <a:xfrm>
              <a:off x="12053905" y="1387084"/>
              <a:ext cx="1734430" cy="56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Merge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(Dev branch)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405" name="Google Shape;405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2744059" y="2043447"/>
              <a:ext cx="337742" cy="337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6" name="Google Shape;406;p17"/>
          <p:cNvGrpSpPr/>
          <p:nvPr/>
        </p:nvGrpSpPr>
        <p:grpSpPr>
          <a:xfrm>
            <a:off x="7929850" y="2281020"/>
            <a:ext cx="333003" cy="333003"/>
            <a:chOff x="2706618" y="5762790"/>
            <a:chExt cx="483300" cy="483300"/>
          </a:xfrm>
        </p:grpSpPr>
        <p:sp>
          <p:nvSpPr>
            <p:cNvPr id="407" name="Google Shape;407;p17"/>
            <p:cNvSpPr/>
            <p:nvPr/>
          </p:nvSpPr>
          <p:spPr>
            <a:xfrm>
              <a:off x="2706618" y="5762790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408" name="Google Shape;408;p17" descr="碼錶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795128" y="5854941"/>
              <a:ext cx="312639" cy="3126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9" name="Google Shape;409;p17"/>
          <p:cNvGrpSpPr/>
          <p:nvPr/>
        </p:nvGrpSpPr>
        <p:grpSpPr>
          <a:xfrm>
            <a:off x="6848688" y="2030842"/>
            <a:ext cx="790856" cy="1083015"/>
            <a:chOff x="3671713" y="5373725"/>
            <a:chExt cx="1147800" cy="1571821"/>
          </a:xfrm>
        </p:grpSpPr>
        <p:sp>
          <p:nvSpPr>
            <p:cNvPr id="410" name="Google Shape;410;p17"/>
            <p:cNvSpPr/>
            <p:nvPr/>
          </p:nvSpPr>
          <p:spPr>
            <a:xfrm>
              <a:off x="4056896" y="5769546"/>
              <a:ext cx="483300" cy="4833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411" name="Google Shape;411;p17" descr="篩選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40857" y="5853507"/>
              <a:ext cx="315504" cy="315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" name="Google Shape;412;p17"/>
            <p:cNvSpPr txBox="1"/>
            <p:nvPr/>
          </p:nvSpPr>
          <p:spPr>
            <a:xfrm>
              <a:off x="3943036" y="5373725"/>
              <a:ext cx="6858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Test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413" name="Google Shape;413;p17"/>
            <p:cNvCxnSpPr>
              <a:stCxn id="410" idx="4"/>
            </p:cNvCxnSpPr>
            <p:nvPr/>
          </p:nvCxnSpPr>
          <p:spPr>
            <a:xfrm>
              <a:off x="4298546" y="6252846"/>
              <a:ext cx="0" cy="6927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14" name="Google Shape;414;p17"/>
            <p:cNvSpPr/>
            <p:nvPr/>
          </p:nvSpPr>
          <p:spPr>
            <a:xfrm>
              <a:off x="3671713" y="6411928"/>
              <a:ext cx="1147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Unit Tests</a:t>
              </a:r>
              <a:endParaRPr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17"/>
          <p:cNvGrpSpPr/>
          <p:nvPr/>
        </p:nvGrpSpPr>
        <p:grpSpPr>
          <a:xfrm>
            <a:off x="4942973" y="2064745"/>
            <a:ext cx="828683" cy="1071410"/>
            <a:chOff x="5271913" y="5405470"/>
            <a:chExt cx="1202700" cy="1554978"/>
          </a:xfrm>
        </p:grpSpPr>
        <p:sp>
          <p:nvSpPr>
            <p:cNvPr id="416" name="Google Shape;416;p17"/>
            <p:cNvSpPr/>
            <p:nvPr/>
          </p:nvSpPr>
          <p:spPr>
            <a:xfrm>
              <a:off x="5637324" y="5761565"/>
              <a:ext cx="483300" cy="4833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5775331" y="5898427"/>
              <a:ext cx="207538" cy="209701"/>
            </a:xfrm>
            <a:custGeom>
              <a:avLst/>
              <a:gdLst/>
              <a:ahLst/>
              <a:cxnLst/>
              <a:rect l="l" t="t" r="r" b="b"/>
              <a:pathLst>
                <a:path w="145" h="146" extrusionOk="0">
                  <a:moveTo>
                    <a:pt x="145" y="63"/>
                  </a:moveTo>
                  <a:cubicBezTo>
                    <a:pt x="145" y="84"/>
                    <a:pt x="145" y="84"/>
                    <a:pt x="145" y="84"/>
                  </a:cubicBezTo>
                  <a:cubicBezTo>
                    <a:pt x="145" y="84"/>
                    <a:pt x="144" y="85"/>
                    <a:pt x="144" y="86"/>
                  </a:cubicBezTo>
                  <a:cubicBezTo>
                    <a:pt x="144" y="87"/>
                    <a:pt x="143" y="87"/>
                    <a:pt x="142" y="87"/>
                  </a:cubicBezTo>
                  <a:cubicBezTo>
                    <a:pt x="125" y="90"/>
                    <a:pt x="125" y="90"/>
                    <a:pt x="125" y="90"/>
                  </a:cubicBezTo>
                  <a:cubicBezTo>
                    <a:pt x="123" y="93"/>
                    <a:pt x="122" y="96"/>
                    <a:pt x="121" y="98"/>
                  </a:cubicBezTo>
                  <a:cubicBezTo>
                    <a:pt x="123" y="101"/>
                    <a:pt x="127" y="106"/>
                    <a:pt x="131" y="111"/>
                  </a:cubicBezTo>
                  <a:cubicBezTo>
                    <a:pt x="132" y="112"/>
                    <a:pt x="132" y="113"/>
                    <a:pt x="132" y="114"/>
                  </a:cubicBezTo>
                  <a:cubicBezTo>
                    <a:pt x="132" y="115"/>
                    <a:pt x="132" y="115"/>
                    <a:pt x="131" y="116"/>
                  </a:cubicBezTo>
                  <a:cubicBezTo>
                    <a:pt x="129" y="118"/>
                    <a:pt x="126" y="122"/>
                    <a:pt x="122" y="126"/>
                  </a:cubicBezTo>
                  <a:cubicBezTo>
                    <a:pt x="117" y="131"/>
                    <a:pt x="114" y="133"/>
                    <a:pt x="113" y="133"/>
                  </a:cubicBezTo>
                  <a:cubicBezTo>
                    <a:pt x="112" y="133"/>
                    <a:pt x="111" y="133"/>
                    <a:pt x="110" y="132"/>
                  </a:cubicBezTo>
                  <a:cubicBezTo>
                    <a:pt x="97" y="122"/>
                    <a:pt x="97" y="122"/>
                    <a:pt x="97" y="122"/>
                  </a:cubicBezTo>
                  <a:cubicBezTo>
                    <a:pt x="95" y="123"/>
                    <a:pt x="92" y="124"/>
                    <a:pt x="89" y="125"/>
                  </a:cubicBezTo>
                  <a:cubicBezTo>
                    <a:pt x="88" y="134"/>
                    <a:pt x="87" y="140"/>
                    <a:pt x="86" y="143"/>
                  </a:cubicBezTo>
                  <a:cubicBezTo>
                    <a:pt x="86" y="145"/>
                    <a:pt x="84" y="146"/>
                    <a:pt x="83" y="146"/>
                  </a:cubicBezTo>
                  <a:cubicBezTo>
                    <a:pt x="62" y="146"/>
                    <a:pt x="62" y="146"/>
                    <a:pt x="62" y="146"/>
                  </a:cubicBezTo>
                  <a:cubicBezTo>
                    <a:pt x="61" y="146"/>
                    <a:pt x="60" y="145"/>
                    <a:pt x="59" y="145"/>
                  </a:cubicBezTo>
                  <a:cubicBezTo>
                    <a:pt x="59" y="144"/>
                    <a:pt x="58" y="144"/>
                    <a:pt x="58" y="143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52" y="124"/>
                    <a:pt x="50" y="123"/>
                    <a:pt x="47" y="122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3" y="133"/>
                    <a:pt x="32" y="133"/>
                    <a:pt x="31" y="133"/>
                  </a:cubicBezTo>
                  <a:cubicBezTo>
                    <a:pt x="31" y="133"/>
                    <a:pt x="30" y="132"/>
                    <a:pt x="29" y="132"/>
                  </a:cubicBezTo>
                  <a:cubicBezTo>
                    <a:pt x="21" y="125"/>
                    <a:pt x="16" y="119"/>
                    <a:pt x="13" y="116"/>
                  </a:cubicBezTo>
                  <a:cubicBezTo>
                    <a:pt x="13" y="115"/>
                    <a:pt x="13" y="115"/>
                    <a:pt x="13" y="114"/>
                  </a:cubicBezTo>
                  <a:cubicBezTo>
                    <a:pt x="13" y="113"/>
                    <a:pt x="13" y="112"/>
                    <a:pt x="14" y="112"/>
                  </a:cubicBezTo>
                  <a:cubicBezTo>
                    <a:pt x="14" y="110"/>
                    <a:pt x="16" y="108"/>
                    <a:pt x="18" y="105"/>
                  </a:cubicBezTo>
                  <a:cubicBezTo>
                    <a:pt x="21" y="102"/>
                    <a:pt x="22" y="100"/>
                    <a:pt x="23" y="99"/>
                  </a:cubicBezTo>
                  <a:cubicBezTo>
                    <a:pt x="22" y="95"/>
                    <a:pt x="20" y="92"/>
                    <a:pt x="20" y="89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1" y="87"/>
                    <a:pt x="1" y="86"/>
                    <a:pt x="0" y="85"/>
                  </a:cubicBezTo>
                  <a:cubicBezTo>
                    <a:pt x="0" y="85"/>
                    <a:pt x="0" y="84"/>
                    <a:pt x="0" y="8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0" y="61"/>
                    <a:pt x="0" y="60"/>
                  </a:cubicBezTo>
                  <a:cubicBezTo>
                    <a:pt x="1" y="59"/>
                    <a:pt x="1" y="59"/>
                    <a:pt x="2" y="59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1" y="53"/>
                    <a:pt x="22" y="50"/>
                    <a:pt x="23" y="48"/>
                  </a:cubicBezTo>
                  <a:cubicBezTo>
                    <a:pt x="21" y="44"/>
                    <a:pt x="17" y="40"/>
                    <a:pt x="13" y="34"/>
                  </a:cubicBezTo>
                  <a:cubicBezTo>
                    <a:pt x="13" y="34"/>
                    <a:pt x="12" y="33"/>
                    <a:pt x="12" y="32"/>
                  </a:cubicBezTo>
                  <a:cubicBezTo>
                    <a:pt x="12" y="32"/>
                    <a:pt x="13" y="31"/>
                    <a:pt x="13" y="30"/>
                  </a:cubicBezTo>
                  <a:cubicBezTo>
                    <a:pt x="15" y="28"/>
                    <a:pt x="18" y="24"/>
                    <a:pt x="22" y="20"/>
                  </a:cubicBezTo>
                  <a:cubicBezTo>
                    <a:pt x="27" y="15"/>
                    <a:pt x="30" y="13"/>
                    <a:pt x="31" y="13"/>
                  </a:cubicBezTo>
                  <a:cubicBezTo>
                    <a:pt x="32" y="13"/>
                    <a:pt x="33" y="13"/>
                    <a:pt x="34" y="1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50" y="23"/>
                    <a:pt x="53" y="22"/>
                    <a:pt x="55" y="21"/>
                  </a:cubicBezTo>
                  <a:cubicBezTo>
                    <a:pt x="57" y="12"/>
                    <a:pt x="57" y="6"/>
                    <a:pt x="58" y="3"/>
                  </a:cubicBezTo>
                  <a:cubicBezTo>
                    <a:pt x="59" y="1"/>
                    <a:pt x="60" y="0"/>
                    <a:pt x="62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4" y="0"/>
                    <a:pt x="84" y="1"/>
                    <a:pt x="85" y="1"/>
                  </a:cubicBezTo>
                  <a:cubicBezTo>
                    <a:pt x="86" y="2"/>
                    <a:pt x="86" y="2"/>
                    <a:pt x="86" y="3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92" y="22"/>
                    <a:pt x="95" y="23"/>
                    <a:pt x="97" y="2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3"/>
                    <a:pt x="112" y="13"/>
                    <a:pt x="113" y="13"/>
                  </a:cubicBezTo>
                  <a:cubicBezTo>
                    <a:pt x="114" y="13"/>
                    <a:pt x="114" y="13"/>
                    <a:pt x="115" y="14"/>
                  </a:cubicBezTo>
                  <a:cubicBezTo>
                    <a:pt x="123" y="22"/>
                    <a:pt x="129" y="27"/>
                    <a:pt x="131" y="30"/>
                  </a:cubicBezTo>
                  <a:cubicBezTo>
                    <a:pt x="131" y="31"/>
                    <a:pt x="132" y="31"/>
                    <a:pt x="132" y="32"/>
                  </a:cubicBezTo>
                  <a:cubicBezTo>
                    <a:pt x="132" y="33"/>
                    <a:pt x="131" y="34"/>
                    <a:pt x="131" y="34"/>
                  </a:cubicBezTo>
                  <a:cubicBezTo>
                    <a:pt x="130" y="36"/>
                    <a:pt x="128" y="38"/>
                    <a:pt x="126" y="41"/>
                  </a:cubicBezTo>
                  <a:cubicBezTo>
                    <a:pt x="124" y="44"/>
                    <a:pt x="122" y="46"/>
                    <a:pt x="121" y="47"/>
                  </a:cubicBezTo>
                  <a:cubicBezTo>
                    <a:pt x="122" y="50"/>
                    <a:pt x="124" y="54"/>
                    <a:pt x="125" y="57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43" y="59"/>
                    <a:pt x="144" y="60"/>
                    <a:pt x="144" y="60"/>
                  </a:cubicBezTo>
                  <a:cubicBezTo>
                    <a:pt x="144" y="61"/>
                    <a:pt x="145" y="62"/>
                    <a:pt x="145" y="63"/>
                  </a:cubicBezTo>
                  <a:close/>
                  <a:moveTo>
                    <a:pt x="89" y="90"/>
                  </a:moveTo>
                  <a:cubicBezTo>
                    <a:pt x="94" y="85"/>
                    <a:pt x="96" y="80"/>
                    <a:pt x="96" y="73"/>
                  </a:cubicBezTo>
                  <a:cubicBezTo>
                    <a:pt x="96" y="66"/>
                    <a:pt x="94" y="61"/>
                    <a:pt x="89" y="56"/>
                  </a:cubicBezTo>
                  <a:cubicBezTo>
                    <a:pt x="85" y="51"/>
                    <a:pt x="79" y="49"/>
                    <a:pt x="72" y="49"/>
                  </a:cubicBezTo>
                  <a:cubicBezTo>
                    <a:pt x="65" y="49"/>
                    <a:pt x="60" y="51"/>
                    <a:pt x="55" y="56"/>
                  </a:cubicBezTo>
                  <a:cubicBezTo>
                    <a:pt x="50" y="61"/>
                    <a:pt x="48" y="66"/>
                    <a:pt x="48" y="73"/>
                  </a:cubicBezTo>
                  <a:cubicBezTo>
                    <a:pt x="48" y="80"/>
                    <a:pt x="50" y="85"/>
                    <a:pt x="55" y="90"/>
                  </a:cubicBezTo>
                  <a:cubicBezTo>
                    <a:pt x="60" y="95"/>
                    <a:pt x="65" y="97"/>
                    <a:pt x="72" y="97"/>
                  </a:cubicBezTo>
                  <a:cubicBezTo>
                    <a:pt x="79" y="97"/>
                    <a:pt x="85" y="95"/>
                    <a:pt x="89" y="90"/>
                  </a:cubicBez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t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18" name="Google Shape;418;p17"/>
            <p:cNvSpPr txBox="1"/>
            <p:nvPr/>
          </p:nvSpPr>
          <p:spPr>
            <a:xfrm>
              <a:off x="5455452" y="5405470"/>
              <a:ext cx="8340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Build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419" name="Google Shape;419;p17"/>
            <p:cNvCxnSpPr/>
            <p:nvPr/>
          </p:nvCxnSpPr>
          <p:spPr>
            <a:xfrm>
              <a:off x="5872459" y="6229048"/>
              <a:ext cx="0" cy="731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20" name="Google Shape;420;p17"/>
            <p:cNvSpPr/>
            <p:nvPr/>
          </p:nvSpPr>
          <p:spPr>
            <a:xfrm>
              <a:off x="5271913" y="6411928"/>
              <a:ext cx="12027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Build Image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7"/>
          <p:cNvGrpSpPr/>
          <p:nvPr/>
        </p:nvGrpSpPr>
        <p:grpSpPr>
          <a:xfrm>
            <a:off x="2888110" y="2048644"/>
            <a:ext cx="939684" cy="898663"/>
            <a:chOff x="10378589" y="5424771"/>
            <a:chExt cx="1363800" cy="1304264"/>
          </a:xfrm>
        </p:grpSpPr>
        <p:cxnSp>
          <p:nvCxnSpPr>
            <p:cNvPr id="422" name="Google Shape;422;p17"/>
            <p:cNvCxnSpPr>
              <a:endCxn id="423" idx="2"/>
            </p:cNvCxnSpPr>
            <p:nvPr/>
          </p:nvCxnSpPr>
          <p:spPr>
            <a:xfrm flipH="1">
              <a:off x="11060489" y="6258035"/>
              <a:ext cx="6600" cy="471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24" name="Google Shape;424;p17"/>
            <p:cNvSpPr/>
            <p:nvPr/>
          </p:nvSpPr>
          <p:spPr>
            <a:xfrm>
              <a:off x="10836491" y="5771364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25" name="Google Shape;425;p17"/>
            <p:cNvSpPr txBox="1"/>
            <p:nvPr/>
          </p:nvSpPr>
          <p:spPr>
            <a:xfrm>
              <a:off x="10617196" y="5424771"/>
              <a:ext cx="9477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Prepare</a:t>
              </a:r>
              <a:endParaRPr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10378589" y="6464435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Pull Image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426" name="Google Shape;426;p17" descr="合約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918143" y="5843847"/>
              <a:ext cx="350835" cy="350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1" name="Google Shape;431;p17"/>
          <p:cNvGrpSpPr/>
          <p:nvPr/>
        </p:nvGrpSpPr>
        <p:grpSpPr>
          <a:xfrm>
            <a:off x="3795798" y="1926885"/>
            <a:ext cx="1243157" cy="1197088"/>
            <a:chOff x="5440906" y="5405866"/>
            <a:chExt cx="1804241" cy="1737379"/>
          </a:xfrm>
        </p:grpSpPr>
        <p:cxnSp>
          <p:nvCxnSpPr>
            <p:cNvPr id="432" name="Google Shape;432;p17"/>
            <p:cNvCxnSpPr>
              <a:stCxn id="433" idx="4"/>
            </p:cNvCxnSpPr>
            <p:nvPr/>
          </p:nvCxnSpPr>
          <p:spPr>
            <a:xfrm>
              <a:off x="6312109" y="6427745"/>
              <a:ext cx="0" cy="7155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3" name="Google Shape;433;p17"/>
            <p:cNvSpPr/>
            <p:nvPr/>
          </p:nvSpPr>
          <p:spPr>
            <a:xfrm>
              <a:off x="6070459" y="5944445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180756" y="6035301"/>
              <a:ext cx="260525" cy="300493"/>
            </a:xfrm>
            <a:custGeom>
              <a:avLst/>
              <a:gdLst/>
              <a:ahLst/>
              <a:cxnLst/>
              <a:rect l="l" t="t" r="r" b="b"/>
              <a:pathLst>
                <a:path w="1011749" h="1166962" extrusionOk="0">
                  <a:moveTo>
                    <a:pt x="474873" y="753071"/>
                  </a:moveTo>
                  <a:lnTo>
                    <a:pt x="142537" y="578096"/>
                  </a:lnTo>
                  <a:lnTo>
                    <a:pt x="57079" y="680973"/>
                  </a:lnTo>
                  <a:lnTo>
                    <a:pt x="140448" y="724954"/>
                  </a:lnTo>
                  <a:lnTo>
                    <a:pt x="142347" y="725714"/>
                  </a:lnTo>
                  <a:lnTo>
                    <a:pt x="144056" y="726474"/>
                  </a:lnTo>
                  <a:lnTo>
                    <a:pt x="145860" y="727614"/>
                  </a:lnTo>
                  <a:lnTo>
                    <a:pt x="147284" y="728564"/>
                  </a:lnTo>
                  <a:lnTo>
                    <a:pt x="409450" y="867252"/>
                  </a:lnTo>
                  <a:lnTo>
                    <a:pt x="475918" y="753261"/>
                  </a:lnTo>
                  <a:close/>
                  <a:moveTo>
                    <a:pt x="446387" y="517017"/>
                  </a:moveTo>
                  <a:cubicBezTo>
                    <a:pt x="446721" y="514144"/>
                    <a:pt x="447625" y="511367"/>
                    <a:pt x="449046" y="508847"/>
                  </a:cubicBezTo>
                  <a:cubicBezTo>
                    <a:pt x="450415" y="506337"/>
                    <a:pt x="452252" y="504112"/>
                    <a:pt x="454458" y="502293"/>
                  </a:cubicBezTo>
                  <a:cubicBezTo>
                    <a:pt x="456745" y="500485"/>
                    <a:pt x="459355" y="499131"/>
                    <a:pt x="462149" y="498303"/>
                  </a:cubicBezTo>
                  <a:cubicBezTo>
                    <a:pt x="464926" y="497522"/>
                    <a:pt x="467824" y="497264"/>
                    <a:pt x="470695" y="497543"/>
                  </a:cubicBezTo>
                  <a:cubicBezTo>
                    <a:pt x="473561" y="497846"/>
                    <a:pt x="476337" y="498718"/>
                    <a:pt x="478861" y="500108"/>
                  </a:cubicBezTo>
                  <a:cubicBezTo>
                    <a:pt x="481415" y="501492"/>
                    <a:pt x="483673" y="503364"/>
                    <a:pt x="485508" y="505618"/>
                  </a:cubicBezTo>
                  <a:cubicBezTo>
                    <a:pt x="489140" y="510213"/>
                    <a:pt x="490874" y="516026"/>
                    <a:pt x="490350" y="521861"/>
                  </a:cubicBezTo>
                  <a:lnTo>
                    <a:pt x="484843" y="571637"/>
                  </a:lnTo>
                  <a:lnTo>
                    <a:pt x="506303" y="592345"/>
                  </a:lnTo>
                  <a:lnTo>
                    <a:pt x="529946" y="567457"/>
                  </a:lnTo>
                  <a:lnTo>
                    <a:pt x="520925" y="520436"/>
                  </a:lnTo>
                  <a:cubicBezTo>
                    <a:pt x="520355" y="517679"/>
                    <a:pt x="520355" y="514835"/>
                    <a:pt x="520925" y="512077"/>
                  </a:cubicBezTo>
                  <a:cubicBezTo>
                    <a:pt x="521476" y="509218"/>
                    <a:pt x="522607" y="506502"/>
                    <a:pt x="524249" y="504098"/>
                  </a:cubicBezTo>
                  <a:cubicBezTo>
                    <a:pt x="525886" y="501684"/>
                    <a:pt x="527983" y="499618"/>
                    <a:pt x="530421" y="498018"/>
                  </a:cubicBezTo>
                  <a:cubicBezTo>
                    <a:pt x="532851" y="496445"/>
                    <a:pt x="535557" y="495349"/>
                    <a:pt x="538397" y="494789"/>
                  </a:cubicBezTo>
                  <a:cubicBezTo>
                    <a:pt x="541217" y="494218"/>
                    <a:pt x="544123" y="494218"/>
                    <a:pt x="546943" y="494789"/>
                  </a:cubicBezTo>
                  <a:cubicBezTo>
                    <a:pt x="549793" y="495414"/>
                    <a:pt x="552500" y="496574"/>
                    <a:pt x="554919" y="498208"/>
                  </a:cubicBezTo>
                  <a:cubicBezTo>
                    <a:pt x="557331" y="499846"/>
                    <a:pt x="559397" y="501944"/>
                    <a:pt x="560996" y="504383"/>
                  </a:cubicBezTo>
                  <a:cubicBezTo>
                    <a:pt x="562568" y="506814"/>
                    <a:pt x="563664" y="509522"/>
                    <a:pt x="564224" y="512362"/>
                  </a:cubicBezTo>
                  <a:lnTo>
                    <a:pt x="575429" y="570592"/>
                  </a:lnTo>
                  <a:cubicBezTo>
                    <a:pt x="575620" y="572265"/>
                    <a:pt x="575620" y="573954"/>
                    <a:pt x="575429" y="575627"/>
                  </a:cubicBezTo>
                  <a:cubicBezTo>
                    <a:pt x="575337" y="577332"/>
                    <a:pt x="575051" y="579022"/>
                    <a:pt x="574574" y="580661"/>
                  </a:cubicBezTo>
                  <a:cubicBezTo>
                    <a:pt x="574090" y="582314"/>
                    <a:pt x="573421" y="583908"/>
                    <a:pt x="572580" y="585411"/>
                  </a:cubicBezTo>
                  <a:cubicBezTo>
                    <a:pt x="571733" y="586942"/>
                    <a:pt x="570678" y="588348"/>
                    <a:pt x="569447" y="589590"/>
                  </a:cubicBezTo>
                  <a:lnTo>
                    <a:pt x="521970" y="639081"/>
                  </a:lnTo>
                  <a:cubicBezTo>
                    <a:pt x="519964" y="641137"/>
                    <a:pt x="517577" y="642782"/>
                    <a:pt x="514943" y="643926"/>
                  </a:cubicBezTo>
                  <a:cubicBezTo>
                    <a:pt x="512308" y="645085"/>
                    <a:pt x="509466" y="645698"/>
                    <a:pt x="506587" y="645731"/>
                  </a:cubicBezTo>
                  <a:lnTo>
                    <a:pt x="506113" y="645731"/>
                  </a:lnTo>
                  <a:cubicBezTo>
                    <a:pt x="503350" y="645751"/>
                    <a:pt x="500608" y="645235"/>
                    <a:pt x="498042" y="644211"/>
                  </a:cubicBezTo>
                  <a:cubicBezTo>
                    <a:pt x="495369" y="643163"/>
                    <a:pt x="492919" y="641616"/>
                    <a:pt x="490825" y="639651"/>
                  </a:cubicBezTo>
                  <a:lnTo>
                    <a:pt x="446007" y="596335"/>
                  </a:lnTo>
                  <a:cubicBezTo>
                    <a:pt x="444751" y="595171"/>
                    <a:pt x="443635" y="593864"/>
                    <a:pt x="442684" y="592440"/>
                  </a:cubicBezTo>
                  <a:lnTo>
                    <a:pt x="442684" y="592440"/>
                  </a:lnTo>
                  <a:cubicBezTo>
                    <a:pt x="441778" y="591098"/>
                    <a:pt x="441015" y="589666"/>
                    <a:pt x="440405" y="588166"/>
                  </a:cubicBezTo>
                  <a:cubicBezTo>
                    <a:pt x="439850" y="586526"/>
                    <a:pt x="439437" y="584842"/>
                    <a:pt x="439171" y="583131"/>
                  </a:cubicBezTo>
                  <a:lnTo>
                    <a:pt x="439171" y="583131"/>
                  </a:lnTo>
                  <a:cubicBezTo>
                    <a:pt x="438981" y="581490"/>
                    <a:pt x="438981" y="579833"/>
                    <a:pt x="439171" y="578191"/>
                  </a:cubicBezTo>
                  <a:lnTo>
                    <a:pt x="446387" y="517017"/>
                  </a:lnTo>
                  <a:close/>
                  <a:moveTo>
                    <a:pt x="493294" y="161557"/>
                  </a:moveTo>
                  <a:cubicBezTo>
                    <a:pt x="495611" y="160540"/>
                    <a:pt x="498030" y="159776"/>
                    <a:pt x="500510" y="159277"/>
                  </a:cubicBezTo>
                  <a:cubicBezTo>
                    <a:pt x="503012" y="158785"/>
                    <a:pt x="505556" y="158531"/>
                    <a:pt x="508107" y="158517"/>
                  </a:cubicBezTo>
                  <a:lnTo>
                    <a:pt x="508107" y="158517"/>
                  </a:lnTo>
                  <a:cubicBezTo>
                    <a:pt x="510501" y="158525"/>
                    <a:pt x="512887" y="158780"/>
                    <a:pt x="515228" y="159277"/>
                  </a:cubicBezTo>
                  <a:cubicBezTo>
                    <a:pt x="517705" y="159747"/>
                    <a:pt x="520124" y="160479"/>
                    <a:pt x="522445" y="161462"/>
                  </a:cubicBezTo>
                  <a:lnTo>
                    <a:pt x="522445" y="161462"/>
                  </a:lnTo>
                  <a:cubicBezTo>
                    <a:pt x="524683" y="162432"/>
                    <a:pt x="526841" y="163576"/>
                    <a:pt x="528901" y="164882"/>
                  </a:cubicBezTo>
                  <a:cubicBezTo>
                    <a:pt x="530998" y="166287"/>
                    <a:pt x="532940" y="167911"/>
                    <a:pt x="534694" y="169726"/>
                  </a:cubicBezTo>
                  <a:cubicBezTo>
                    <a:pt x="536509" y="171514"/>
                    <a:pt x="538133" y="173488"/>
                    <a:pt x="539536" y="175616"/>
                  </a:cubicBezTo>
                  <a:cubicBezTo>
                    <a:pt x="540929" y="177708"/>
                    <a:pt x="542107" y="179935"/>
                    <a:pt x="543050" y="182265"/>
                  </a:cubicBezTo>
                  <a:cubicBezTo>
                    <a:pt x="544067" y="184583"/>
                    <a:pt x="544830" y="187004"/>
                    <a:pt x="545328" y="189485"/>
                  </a:cubicBezTo>
                  <a:cubicBezTo>
                    <a:pt x="545816" y="191956"/>
                    <a:pt x="546071" y="194469"/>
                    <a:pt x="546088" y="196989"/>
                  </a:cubicBezTo>
                  <a:lnTo>
                    <a:pt x="546088" y="196989"/>
                  </a:lnTo>
                  <a:cubicBezTo>
                    <a:pt x="546080" y="199384"/>
                    <a:pt x="545826" y="201771"/>
                    <a:pt x="545328" y="204113"/>
                  </a:cubicBezTo>
                  <a:lnTo>
                    <a:pt x="545328" y="204113"/>
                  </a:lnTo>
                  <a:cubicBezTo>
                    <a:pt x="544877" y="206462"/>
                    <a:pt x="544178" y="208754"/>
                    <a:pt x="543239" y="210953"/>
                  </a:cubicBezTo>
                  <a:cubicBezTo>
                    <a:pt x="542301" y="213333"/>
                    <a:pt x="541091" y="215596"/>
                    <a:pt x="539631" y="217697"/>
                  </a:cubicBezTo>
                  <a:cubicBezTo>
                    <a:pt x="538290" y="219815"/>
                    <a:pt x="536695" y="221760"/>
                    <a:pt x="534884" y="223492"/>
                  </a:cubicBezTo>
                  <a:cubicBezTo>
                    <a:pt x="533097" y="225308"/>
                    <a:pt x="531123" y="226932"/>
                    <a:pt x="528996" y="228336"/>
                  </a:cubicBezTo>
                  <a:cubicBezTo>
                    <a:pt x="526906" y="229730"/>
                    <a:pt x="524678" y="230908"/>
                    <a:pt x="522350" y="231851"/>
                  </a:cubicBezTo>
                  <a:cubicBezTo>
                    <a:pt x="520033" y="232868"/>
                    <a:pt x="517613" y="233632"/>
                    <a:pt x="515133" y="234131"/>
                  </a:cubicBezTo>
                  <a:lnTo>
                    <a:pt x="515133" y="234131"/>
                  </a:lnTo>
                  <a:cubicBezTo>
                    <a:pt x="512725" y="234613"/>
                    <a:pt x="510277" y="234868"/>
                    <a:pt x="507822" y="234891"/>
                  </a:cubicBezTo>
                  <a:lnTo>
                    <a:pt x="507822" y="234891"/>
                  </a:lnTo>
                  <a:cubicBezTo>
                    <a:pt x="505428" y="234883"/>
                    <a:pt x="503042" y="234629"/>
                    <a:pt x="500700" y="234131"/>
                  </a:cubicBezTo>
                  <a:lnTo>
                    <a:pt x="500226" y="234131"/>
                  </a:lnTo>
                  <a:cubicBezTo>
                    <a:pt x="497913" y="233666"/>
                    <a:pt x="495654" y="232966"/>
                    <a:pt x="493484" y="232041"/>
                  </a:cubicBezTo>
                  <a:cubicBezTo>
                    <a:pt x="491125" y="231098"/>
                    <a:pt x="488866" y="229921"/>
                    <a:pt x="486742" y="228526"/>
                  </a:cubicBezTo>
                  <a:cubicBezTo>
                    <a:pt x="484664" y="227097"/>
                    <a:pt x="482725" y="225475"/>
                    <a:pt x="480950" y="223682"/>
                  </a:cubicBezTo>
                  <a:lnTo>
                    <a:pt x="480950" y="223682"/>
                  </a:lnTo>
                  <a:cubicBezTo>
                    <a:pt x="479250" y="221968"/>
                    <a:pt x="477724" y="220091"/>
                    <a:pt x="476392" y="218077"/>
                  </a:cubicBezTo>
                  <a:cubicBezTo>
                    <a:pt x="474999" y="215986"/>
                    <a:pt x="473822" y="213758"/>
                    <a:pt x="472879" y="211428"/>
                  </a:cubicBezTo>
                  <a:lnTo>
                    <a:pt x="472879" y="211428"/>
                  </a:lnTo>
                  <a:cubicBezTo>
                    <a:pt x="471936" y="209157"/>
                    <a:pt x="471205" y="206804"/>
                    <a:pt x="470695" y="204398"/>
                  </a:cubicBezTo>
                  <a:cubicBezTo>
                    <a:pt x="470203" y="201895"/>
                    <a:pt x="469949" y="199351"/>
                    <a:pt x="469936" y="196799"/>
                  </a:cubicBezTo>
                  <a:lnTo>
                    <a:pt x="469936" y="196799"/>
                  </a:lnTo>
                  <a:cubicBezTo>
                    <a:pt x="469943" y="194404"/>
                    <a:pt x="470198" y="192017"/>
                    <a:pt x="470695" y="189675"/>
                  </a:cubicBezTo>
                  <a:lnTo>
                    <a:pt x="470695" y="189675"/>
                  </a:lnTo>
                  <a:cubicBezTo>
                    <a:pt x="471159" y="187361"/>
                    <a:pt x="471859" y="185101"/>
                    <a:pt x="472784" y="182930"/>
                  </a:cubicBezTo>
                  <a:lnTo>
                    <a:pt x="472784" y="182930"/>
                  </a:lnTo>
                  <a:cubicBezTo>
                    <a:pt x="473754" y="180691"/>
                    <a:pt x="474897" y="178532"/>
                    <a:pt x="476202" y="176471"/>
                  </a:cubicBezTo>
                  <a:cubicBezTo>
                    <a:pt x="477631" y="174391"/>
                    <a:pt x="479252" y="172452"/>
                    <a:pt x="481045" y="170676"/>
                  </a:cubicBezTo>
                  <a:cubicBezTo>
                    <a:pt x="482832" y="168859"/>
                    <a:pt x="484805" y="167236"/>
                    <a:pt x="486932" y="165832"/>
                  </a:cubicBezTo>
                  <a:cubicBezTo>
                    <a:pt x="489023" y="164438"/>
                    <a:pt x="491250" y="163260"/>
                    <a:pt x="493579" y="162317"/>
                  </a:cubicBezTo>
                  <a:close/>
                  <a:moveTo>
                    <a:pt x="412679" y="335962"/>
                  </a:moveTo>
                  <a:cubicBezTo>
                    <a:pt x="410020" y="330168"/>
                    <a:pt x="407456" y="324373"/>
                    <a:pt x="405177" y="318674"/>
                  </a:cubicBezTo>
                  <a:cubicBezTo>
                    <a:pt x="402898" y="312974"/>
                    <a:pt x="399860" y="305280"/>
                    <a:pt x="397581" y="298820"/>
                  </a:cubicBezTo>
                  <a:cubicBezTo>
                    <a:pt x="395302" y="292361"/>
                    <a:pt x="392833" y="284857"/>
                    <a:pt x="390934" y="277922"/>
                  </a:cubicBezTo>
                  <a:cubicBezTo>
                    <a:pt x="389035" y="270988"/>
                    <a:pt x="387231" y="264148"/>
                    <a:pt x="385807" y="257404"/>
                  </a:cubicBezTo>
                  <a:cubicBezTo>
                    <a:pt x="384383" y="250659"/>
                    <a:pt x="382958" y="242205"/>
                    <a:pt x="382104" y="234796"/>
                  </a:cubicBezTo>
                  <a:cubicBezTo>
                    <a:pt x="381157" y="227484"/>
                    <a:pt x="380586" y="220128"/>
                    <a:pt x="380395" y="212758"/>
                  </a:cubicBezTo>
                  <a:cubicBezTo>
                    <a:pt x="380170" y="205503"/>
                    <a:pt x="380328" y="198242"/>
                    <a:pt x="380869" y="191005"/>
                  </a:cubicBezTo>
                  <a:cubicBezTo>
                    <a:pt x="381337" y="183871"/>
                    <a:pt x="382193" y="176767"/>
                    <a:pt x="383433" y="169726"/>
                  </a:cubicBezTo>
                  <a:cubicBezTo>
                    <a:pt x="384696" y="162394"/>
                    <a:pt x="386344" y="155133"/>
                    <a:pt x="388371" y="147973"/>
                  </a:cubicBezTo>
                  <a:cubicBezTo>
                    <a:pt x="390460" y="140849"/>
                    <a:pt x="392833" y="133724"/>
                    <a:pt x="395682" y="126695"/>
                  </a:cubicBezTo>
                  <a:cubicBezTo>
                    <a:pt x="398497" y="119575"/>
                    <a:pt x="401667" y="112600"/>
                    <a:pt x="405177" y="105797"/>
                  </a:cubicBezTo>
                  <a:lnTo>
                    <a:pt x="405177" y="105797"/>
                  </a:lnTo>
                  <a:cubicBezTo>
                    <a:pt x="409073" y="98841"/>
                    <a:pt x="413320" y="92088"/>
                    <a:pt x="417901" y="85564"/>
                  </a:cubicBezTo>
                  <a:cubicBezTo>
                    <a:pt x="422174" y="79009"/>
                    <a:pt x="426827" y="72360"/>
                    <a:pt x="431954" y="65900"/>
                  </a:cubicBezTo>
                  <a:cubicBezTo>
                    <a:pt x="437082" y="59441"/>
                    <a:pt x="442494" y="52791"/>
                    <a:pt x="448191" y="46427"/>
                  </a:cubicBezTo>
                  <a:cubicBezTo>
                    <a:pt x="453888" y="40062"/>
                    <a:pt x="460155" y="33603"/>
                    <a:pt x="467182" y="27429"/>
                  </a:cubicBezTo>
                  <a:cubicBezTo>
                    <a:pt x="474208" y="21254"/>
                    <a:pt x="480665" y="14700"/>
                    <a:pt x="487977" y="8430"/>
                  </a:cubicBezTo>
                  <a:cubicBezTo>
                    <a:pt x="489171" y="6972"/>
                    <a:pt x="490507" y="5635"/>
                    <a:pt x="491965" y="4441"/>
                  </a:cubicBezTo>
                  <a:cubicBezTo>
                    <a:pt x="493650" y="3415"/>
                    <a:pt x="495430" y="2556"/>
                    <a:pt x="497282" y="1876"/>
                  </a:cubicBezTo>
                  <a:lnTo>
                    <a:pt x="497282" y="1876"/>
                  </a:lnTo>
                  <a:cubicBezTo>
                    <a:pt x="499236" y="1054"/>
                    <a:pt x="501274" y="449"/>
                    <a:pt x="503359" y="71"/>
                  </a:cubicBezTo>
                  <a:lnTo>
                    <a:pt x="503359" y="71"/>
                  </a:lnTo>
                  <a:cubicBezTo>
                    <a:pt x="505099" y="-24"/>
                    <a:pt x="506842" y="-24"/>
                    <a:pt x="508581" y="71"/>
                  </a:cubicBezTo>
                  <a:cubicBezTo>
                    <a:pt x="510463" y="153"/>
                    <a:pt x="512335" y="376"/>
                    <a:pt x="514184" y="736"/>
                  </a:cubicBezTo>
                  <a:cubicBezTo>
                    <a:pt x="517819" y="1418"/>
                    <a:pt x="521298" y="2771"/>
                    <a:pt x="524439" y="4725"/>
                  </a:cubicBezTo>
                  <a:cubicBezTo>
                    <a:pt x="525961" y="5665"/>
                    <a:pt x="527392" y="6747"/>
                    <a:pt x="528712" y="7955"/>
                  </a:cubicBezTo>
                  <a:cubicBezTo>
                    <a:pt x="536783" y="14700"/>
                    <a:pt x="544379" y="21444"/>
                    <a:pt x="551500" y="28283"/>
                  </a:cubicBezTo>
                  <a:cubicBezTo>
                    <a:pt x="558622" y="35123"/>
                    <a:pt x="565269" y="41962"/>
                    <a:pt x="571346" y="48802"/>
                  </a:cubicBezTo>
                  <a:cubicBezTo>
                    <a:pt x="577423" y="55641"/>
                    <a:pt x="583310" y="62576"/>
                    <a:pt x="588817" y="69510"/>
                  </a:cubicBezTo>
                  <a:lnTo>
                    <a:pt x="588817" y="69510"/>
                  </a:lnTo>
                  <a:cubicBezTo>
                    <a:pt x="593945" y="76349"/>
                    <a:pt x="598312" y="83189"/>
                    <a:pt x="602870" y="90123"/>
                  </a:cubicBezTo>
                  <a:cubicBezTo>
                    <a:pt x="607428" y="97058"/>
                    <a:pt x="611036" y="104372"/>
                    <a:pt x="614549" y="111591"/>
                  </a:cubicBezTo>
                  <a:cubicBezTo>
                    <a:pt x="618080" y="118677"/>
                    <a:pt x="621249" y="125938"/>
                    <a:pt x="624045" y="133344"/>
                  </a:cubicBezTo>
                  <a:cubicBezTo>
                    <a:pt x="626577" y="140628"/>
                    <a:pt x="628761" y="147942"/>
                    <a:pt x="630596" y="155288"/>
                  </a:cubicBezTo>
                  <a:cubicBezTo>
                    <a:pt x="632318" y="162653"/>
                    <a:pt x="633649" y="170104"/>
                    <a:pt x="634584" y="177611"/>
                  </a:cubicBezTo>
                  <a:lnTo>
                    <a:pt x="634584" y="178656"/>
                  </a:lnTo>
                  <a:cubicBezTo>
                    <a:pt x="635439" y="185590"/>
                    <a:pt x="635914" y="192524"/>
                    <a:pt x="636199" y="199459"/>
                  </a:cubicBezTo>
                  <a:cubicBezTo>
                    <a:pt x="636484" y="206393"/>
                    <a:pt x="636199" y="213708"/>
                    <a:pt x="636199" y="220737"/>
                  </a:cubicBezTo>
                  <a:cubicBezTo>
                    <a:pt x="636199" y="227766"/>
                    <a:pt x="635059" y="235176"/>
                    <a:pt x="634015" y="242300"/>
                  </a:cubicBezTo>
                  <a:cubicBezTo>
                    <a:pt x="632970" y="249425"/>
                    <a:pt x="631736" y="256834"/>
                    <a:pt x="630217" y="264053"/>
                  </a:cubicBezTo>
                  <a:cubicBezTo>
                    <a:pt x="628697" y="271273"/>
                    <a:pt x="627178" y="276972"/>
                    <a:pt x="625374" y="283717"/>
                  </a:cubicBezTo>
                  <a:cubicBezTo>
                    <a:pt x="623570" y="290461"/>
                    <a:pt x="621481" y="297110"/>
                    <a:pt x="619392" y="303475"/>
                  </a:cubicBezTo>
                  <a:cubicBezTo>
                    <a:pt x="617303" y="309839"/>
                    <a:pt x="615214" y="315634"/>
                    <a:pt x="612745" y="322473"/>
                  </a:cubicBezTo>
                  <a:cubicBezTo>
                    <a:pt x="610276" y="329313"/>
                    <a:pt x="608662" y="333207"/>
                    <a:pt x="606478" y="338717"/>
                  </a:cubicBezTo>
                  <a:cubicBezTo>
                    <a:pt x="610656" y="342897"/>
                    <a:pt x="615024" y="347076"/>
                    <a:pt x="619487" y="351256"/>
                  </a:cubicBezTo>
                  <a:cubicBezTo>
                    <a:pt x="630990" y="361878"/>
                    <a:pt x="641956" y="373069"/>
                    <a:pt x="652341" y="384788"/>
                  </a:cubicBezTo>
                  <a:cubicBezTo>
                    <a:pt x="653184" y="385760"/>
                    <a:pt x="653977" y="386774"/>
                    <a:pt x="654715" y="387828"/>
                  </a:cubicBezTo>
                  <a:cubicBezTo>
                    <a:pt x="655490" y="388899"/>
                    <a:pt x="656158" y="390045"/>
                    <a:pt x="656709" y="391247"/>
                  </a:cubicBezTo>
                  <a:cubicBezTo>
                    <a:pt x="657382" y="392385"/>
                    <a:pt x="657923" y="393597"/>
                    <a:pt x="658323" y="394857"/>
                  </a:cubicBezTo>
                  <a:cubicBezTo>
                    <a:pt x="658816" y="396054"/>
                    <a:pt x="659197" y="397295"/>
                    <a:pt x="659462" y="398562"/>
                  </a:cubicBezTo>
                  <a:cubicBezTo>
                    <a:pt x="659462" y="399797"/>
                    <a:pt x="659462" y="401127"/>
                    <a:pt x="660127" y="402551"/>
                  </a:cubicBezTo>
                  <a:cubicBezTo>
                    <a:pt x="660222" y="403912"/>
                    <a:pt x="660222" y="405276"/>
                    <a:pt x="660127" y="406636"/>
                  </a:cubicBezTo>
                  <a:cubicBezTo>
                    <a:pt x="660228" y="407964"/>
                    <a:pt x="660228" y="409298"/>
                    <a:pt x="660127" y="410626"/>
                  </a:cubicBezTo>
                  <a:lnTo>
                    <a:pt x="660127" y="410626"/>
                  </a:lnTo>
                  <a:cubicBezTo>
                    <a:pt x="659940" y="411779"/>
                    <a:pt x="659685" y="412921"/>
                    <a:pt x="659367" y="414046"/>
                  </a:cubicBezTo>
                  <a:lnTo>
                    <a:pt x="653005" y="437034"/>
                  </a:lnTo>
                  <a:cubicBezTo>
                    <a:pt x="649492" y="452327"/>
                    <a:pt x="645979" y="467811"/>
                    <a:pt x="641991" y="483390"/>
                  </a:cubicBezTo>
                  <a:lnTo>
                    <a:pt x="641991" y="483390"/>
                  </a:lnTo>
                  <a:cubicBezTo>
                    <a:pt x="641468" y="485318"/>
                    <a:pt x="640769" y="487194"/>
                    <a:pt x="639902" y="488994"/>
                  </a:cubicBezTo>
                  <a:cubicBezTo>
                    <a:pt x="638991" y="490813"/>
                    <a:pt x="637944" y="492559"/>
                    <a:pt x="636768" y="494219"/>
                  </a:cubicBezTo>
                  <a:lnTo>
                    <a:pt x="636768" y="494219"/>
                  </a:lnTo>
                  <a:cubicBezTo>
                    <a:pt x="635654" y="495713"/>
                    <a:pt x="634380" y="497083"/>
                    <a:pt x="632970" y="498303"/>
                  </a:cubicBezTo>
                  <a:cubicBezTo>
                    <a:pt x="631513" y="499663"/>
                    <a:pt x="629921" y="500872"/>
                    <a:pt x="628223" y="501913"/>
                  </a:cubicBezTo>
                  <a:cubicBezTo>
                    <a:pt x="626517" y="502988"/>
                    <a:pt x="624704" y="503880"/>
                    <a:pt x="622810" y="504573"/>
                  </a:cubicBezTo>
                  <a:cubicBezTo>
                    <a:pt x="620973" y="505308"/>
                    <a:pt x="619063" y="505848"/>
                    <a:pt x="617113" y="506188"/>
                  </a:cubicBezTo>
                  <a:cubicBezTo>
                    <a:pt x="615158" y="506422"/>
                    <a:pt x="613181" y="506422"/>
                    <a:pt x="611226" y="506188"/>
                  </a:cubicBezTo>
                  <a:cubicBezTo>
                    <a:pt x="609330" y="506332"/>
                    <a:pt x="607425" y="506332"/>
                    <a:pt x="605529" y="506188"/>
                  </a:cubicBezTo>
                  <a:lnTo>
                    <a:pt x="603440" y="505713"/>
                  </a:lnTo>
                  <a:lnTo>
                    <a:pt x="600591" y="504763"/>
                  </a:lnTo>
                  <a:cubicBezTo>
                    <a:pt x="597145" y="503590"/>
                    <a:pt x="593931" y="501822"/>
                    <a:pt x="591096" y="499538"/>
                  </a:cubicBezTo>
                  <a:cubicBezTo>
                    <a:pt x="577065" y="488352"/>
                    <a:pt x="562245" y="478193"/>
                    <a:pt x="546753" y="469141"/>
                  </a:cubicBezTo>
                  <a:cubicBezTo>
                    <a:pt x="537283" y="463494"/>
                    <a:pt x="526678" y="460023"/>
                    <a:pt x="515703" y="458977"/>
                  </a:cubicBezTo>
                  <a:cubicBezTo>
                    <a:pt x="505086" y="458855"/>
                    <a:pt x="494555" y="460891"/>
                    <a:pt x="484748" y="464961"/>
                  </a:cubicBezTo>
                  <a:cubicBezTo>
                    <a:pt x="472784" y="469426"/>
                    <a:pt x="458636" y="476360"/>
                    <a:pt x="440880" y="485004"/>
                  </a:cubicBezTo>
                  <a:cubicBezTo>
                    <a:pt x="440308" y="485280"/>
                    <a:pt x="439701" y="485472"/>
                    <a:pt x="439076" y="485574"/>
                  </a:cubicBezTo>
                  <a:lnTo>
                    <a:pt x="438601" y="485574"/>
                  </a:lnTo>
                  <a:lnTo>
                    <a:pt x="435657" y="487284"/>
                  </a:lnTo>
                  <a:lnTo>
                    <a:pt x="435657" y="487284"/>
                  </a:lnTo>
                  <a:lnTo>
                    <a:pt x="431384" y="489469"/>
                  </a:lnTo>
                  <a:lnTo>
                    <a:pt x="414483" y="497638"/>
                  </a:lnTo>
                  <a:cubicBezTo>
                    <a:pt x="412604" y="498573"/>
                    <a:pt x="410630" y="499305"/>
                    <a:pt x="408596" y="499823"/>
                  </a:cubicBezTo>
                  <a:cubicBezTo>
                    <a:pt x="406564" y="500286"/>
                    <a:pt x="404501" y="500603"/>
                    <a:pt x="402424" y="500773"/>
                  </a:cubicBezTo>
                  <a:cubicBezTo>
                    <a:pt x="398261" y="500992"/>
                    <a:pt x="394097" y="500379"/>
                    <a:pt x="390175" y="498968"/>
                  </a:cubicBezTo>
                  <a:cubicBezTo>
                    <a:pt x="386255" y="497547"/>
                    <a:pt x="382645" y="495387"/>
                    <a:pt x="379540" y="492604"/>
                  </a:cubicBezTo>
                  <a:cubicBezTo>
                    <a:pt x="377974" y="491224"/>
                    <a:pt x="376543" y="489697"/>
                    <a:pt x="375267" y="488044"/>
                  </a:cubicBezTo>
                  <a:lnTo>
                    <a:pt x="375267" y="488044"/>
                  </a:lnTo>
                  <a:cubicBezTo>
                    <a:pt x="374092" y="486418"/>
                    <a:pt x="373044" y="484703"/>
                    <a:pt x="372134" y="482915"/>
                  </a:cubicBezTo>
                  <a:cubicBezTo>
                    <a:pt x="370875" y="480194"/>
                    <a:pt x="369981" y="477320"/>
                    <a:pt x="369475" y="474365"/>
                  </a:cubicBezTo>
                  <a:cubicBezTo>
                    <a:pt x="364822" y="453467"/>
                    <a:pt x="359980" y="426869"/>
                    <a:pt x="357321" y="405496"/>
                  </a:cubicBezTo>
                  <a:cubicBezTo>
                    <a:pt x="357227" y="404295"/>
                    <a:pt x="357227" y="403088"/>
                    <a:pt x="357321" y="401887"/>
                  </a:cubicBezTo>
                  <a:lnTo>
                    <a:pt x="357321" y="401887"/>
                  </a:lnTo>
                  <a:cubicBezTo>
                    <a:pt x="357226" y="400622"/>
                    <a:pt x="357226" y="399351"/>
                    <a:pt x="357321" y="398087"/>
                  </a:cubicBezTo>
                  <a:lnTo>
                    <a:pt x="357321" y="398087"/>
                  </a:lnTo>
                  <a:lnTo>
                    <a:pt x="357891" y="394382"/>
                  </a:lnTo>
                  <a:cubicBezTo>
                    <a:pt x="357891" y="393052"/>
                    <a:pt x="358555" y="391817"/>
                    <a:pt x="358935" y="390582"/>
                  </a:cubicBezTo>
                  <a:cubicBezTo>
                    <a:pt x="359315" y="389348"/>
                    <a:pt x="359885" y="388113"/>
                    <a:pt x="360454" y="386878"/>
                  </a:cubicBezTo>
                  <a:cubicBezTo>
                    <a:pt x="361052" y="385651"/>
                    <a:pt x="361750" y="384475"/>
                    <a:pt x="362543" y="383363"/>
                  </a:cubicBezTo>
                  <a:lnTo>
                    <a:pt x="362543" y="383363"/>
                  </a:lnTo>
                  <a:cubicBezTo>
                    <a:pt x="363218" y="382343"/>
                    <a:pt x="363947" y="381360"/>
                    <a:pt x="364727" y="380418"/>
                  </a:cubicBezTo>
                  <a:lnTo>
                    <a:pt x="367576" y="377569"/>
                  </a:lnTo>
                  <a:lnTo>
                    <a:pt x="413153" y="336057"/>
                  </a:lnTo>
                  <a:close/>
                  <a:moveTo>
                    <a:pt x="429011" y="248380"/>
                  </a:moveTo>
                  <a:cubicBezTo>
                    <a:pt x="430435" y="254839"/>
                    <a:pt x="432049" y="261394"/>
                    <a:pt x="433948" y="267948"/>
                  </a:cubicBezTo>
                  <a:cubicBezTo>
                    <a:pt x="435847" y="274502"/>
                    <a:pt x="438126" y="281342"/>
                    <a:pt x="440690" y="288276"/>
                  </a:cubicBezTo>
                  <a:cubicBezTo>
                    <a:pt x="443254" y="295211"/>
                    <a:pt x="446102" y="302335"/>
                    <a:pt x="449236" y="309459"/>
                  </a:cubicBezTo>
                  <a:cubicBezTo>
                    <a:pt x="452369" y="316584"/>
                    <a:pt x="455693" y="323803"/>
                    <a:pt x="459491" y="331403"/>
                  </a:cubicBezTo>
                  <a:lnTo>
                    <a:pt x="459491" y="331403"/>
                  </a:lnTo>
                  <a:cubicBezTo>
                    <a:pt x="460453" y="333511"/>
                    <a:pt x="461092" y="335753"/>
                    <a:pt x="461390" y="338052"/>
                  </a:cubicBezTo>
                  <a:cubicBezTo>
                    <a:pt x="462301" y="345155"/>
                    <a:pt x="459676" y="352252"/>
                    <a:pt x="454363" y="357050"/>
                  </a:cubicBezTo>
                  <a:lnTo>
                    <a:pt x="401759" y="405686"/>
                  </a:lnTo>
                  <a:lnTo>
                    <a:pt x="409830" y="451567"/>
                  </a:lnTo>
                  <a:cubicBezTo>
                    <a:pt x="413818" y="449572"/>
                    <a:pt x="418091" y="447293"/>
                    <a:pt x="422174" y="445488"/>
                  </a:cubicBezTo>
                  <a:cubicBezTo>
                    <a:pt x="443444" y="435229"/>
                    <a:pt x="460155" y="426489"/>
                    <a:pt x="475348" y="421455"/>
                  </a:cubicBezTo>
                  <a:cubicBezTo>
                    <a:pt x="488776" y="415944"/>
                    <a:pt x="503185" y="413229"/>
                    <a:pt x="517697" y="413476"/>
                  </a:cubicBezTo>
                  <a:cubicBezTo>
                    <a:pt x="531969" y="414321"/>
                    <a:pt x="545880" y="418311"/>
                    <a:pt x="558432" y="425160"/>
                  </a:cubicBezTo>
                  <a:cubicBezTo>
                    <a:pt x="574229" y="433609"/>
                    <a:pt x="589314" y="443331"/>
                    <a:pt x="603535" y="454227"/>
                  </a:cubicBezTo>
                  <a:lnTo>
                    <a:pt x="614075" y="409676"/>
                  </a:lnTo>
                  <a:lnTo>
                    <a:pt x="563939" y="359520"/>
                  </a:lnTo>
                  <a:lnTo>
                    <a:pt x="563275" y="358760"/>
                  </a:lnTo>
                  <a:cubicBezTo>
                    <a:pt x="561912" y="357245"/>
                    <a:pt x="560761" y="355551"/>
                    <a:pt x="559856" y="353726"/>
                  </a:cubicBezTo>
                  <a:cubicBezTo>
                    <a:pt x="558942" y="351931"/>
                    <a:pt x="558302" y="350011"/>
                    <a:pt x="557957" y="348026"/>
                  </a:cubicBezTo>
                  <a:lnTo>
                    <a:pt x="557957" y="347551"/>
                  </a:lnTo>
                  <a:cubicBezTo>
                    <a:pt x="557621" y="345507"/>
                    <a:pt x="557621" y="343421"/>
                    <a:pt x="557957" y="341377"/>
                  </a:cubicBezTo>
                  <a:cubicBezTo>
                    <a:pt x="558181" y="339218"/>
                    <a:pt x="558725" y="337105"/>
                    <a:pt x="559571" y="335107"/>
                  </a:cubicBezTo>
                  <a:lnTo>
                    <a:pt x="559571" y="335107"/>
                  </a:lnTo>
                  <a:cubicBezTo>
                    <a:pt x="562610" y="327983"/>
                    <a:pt x="565459" y="321143"/>
                    <a:pt x="568022" y="314589"/>
                  </a:cubicBezTo>
                  <a:cubicBezTo>
                    <a:pt x="570586" y="308035"/>
                    <a:pt x="573055" y="301290"/>
                    <a:pt x="575334" y="294451"/>
                  </a:cubicBezTo>
                  <a:cubicBezTo>
                    <a:pt x="577613" y="287611"/>
                    <a:pt x="579702" y="281247"/>
                    <a:pt x="581506" y="274787"/>
                  </a:cubicBezTo>
                  <a:cubicBezTo>
                    <a:pt x="583310" y="268328"/>
                    <a:pt x="584924" y="261868"/>
                    <a:pt x="586253" y="255789"/>
                  </a:cubicBezTo>
                  <a:cubicBezTo>
                    <a:pt x="587583" y="249710"/>
                    <a:pt x="588722" y="243440"/>
                    <a:pt x="589577" y="237456"/>
                  </a:cubicBezTo>
                  <a:cubicBezTo>
                    <a:pt x="590431" y="231471"/>
                    <a:pt x="591001" y="225392"/>
                    <a:pt x="591381" y="219407"/>
                  </a:cubicBezTo>
                  <a:cubicBezTo>
                    <a:pt x="591761" y="213423"/>
                    <a:pt x="591856" y="207628"/>
                    <a:pt x="591381" y="201834"/>
                  </a:cubicBezTo>
                  <a:cubicBezTo>
                    <a:pt x="591272" y="196050"/>
                    <a:pt x="590828" y="190277"/>
                    <a:pt x="590051" y="184545"/>
                  </a:cubicBezTo>
                  <a:lnTo>
                    <a:pt x="590051" y="183975"/>
                  </a:lnTo>
                  <a:cubicBezTo>
                    <a:pt x="588514" y="172019"/>
                    <a:pt x="585681" y="160266"/>
                    <a:pt x="581601" y="148923"/>
                  </a:cubicBezTo>
                  <a:cubicBezTo>
                    <a:pt x="579497" y="142977"/>
                    <a:pt x="577088" y="137142"/>
                    <a:pt x="574384" y="131445"/>
                  </a:cubicBezTo>
                  <a:cubicBezTo>
                    <a:pt x="571514" y="125494"/>
                    <a:pt x="568344" y="119692"/>
                    <a:pt x="564889" y="114061"/>
                  </a:cubicBezTo>
                  <a:cubicBezTo>
                    <a:pt x="561281" y="108267"/>
                    <a:pt x="557387" y="102472"/>
                    <a:pt x="553020" y="96678"/>
                  </a:cubicBezTo>
                  <a:cubicBezTo>
                    <a:pt x="548652" y="90883"/>
                    <a:pt x="543524" y="85089"/>
                    <a:pt x="538777" y="79199"/>
                  </a:cubicBezTo>
                  <a:cubicBezTo>
                    <a:pt x="534029" y="73310"/>
                    <a:pt x="528617" y="68275"/>
                    <a:pt x="523014" y="62861"/>
                  </a:cubicBezTo>
                  <a:cubicBezTo>
                    <a:pt x="517412" y="57446"/>
                    <a:pt x="513519" y="53361"/>
                    <a:pt x="508012" y="48897"/>
                  </a:cubicBezTo>
                  <a:cubicBezTo>
                    <a:pt x="503264" y="53171"/>
                    <a:pt x="498516" y="57446"/>
                    <a:pt x="494528" y="61626"/>
                  </a:cubicBezTo>
                  <a:cubicBezTo>
                    <a:pt x="490540" y="65805"/>
                    <a:pt x="484368" y="71125"/>
                    <a:pt x="480001" y="76064"/>
                  </a:cubicBezTo>
                  <a:cubicBezTo>
                    <a:pt x="475633" y="81004"/>
                    <a:pt x="470505" y="87083"/>
                    <a:pt x="466137" y="92593"/>
                  </a:cubicBezTo>
                  <a:cubicBezTo>
                    <a:pt x="461770" y="98103"/>
                    <a:pt x="457971" y="103517"/>
                    <a:pt x="454458" y="109122"/>
                  </a:cubicBezTo>
                  <a:cubicBezTo>
                    <a:pt x="450945" y="114726"/>
                    <a:pt x="447527" y="120141"/>
                    <a:pt x="444963" y="125745"/>
                  </a:cubicBezTo>
                  <a:cubicBezTo>
                    <a:pt x="442399" y="131350"/>
                    <a:pt x="439076" y="137239"/>
                    <a:pt x="436892" y="142559"/>
                  </a:cubicBezTo>
                  <a:cubicBezTo>
                    <a:pt x="434636" y="148110"/>
                    <a:pt x="432702" y="153788"/>
                    <a:pt x="431100" y="159562"/>
                  </a:cubicBezTo>
                  <a:cubicBezTo>
                    <a:pt x="429484" y="165333"/>
                    <a:pt x="428248" y="171204"/>
                    <a:pt x="427396" y="177136"/>
                  </a:cubicBezTo>
                  <a:cubicBezTo>
                    <a:pt x="426373" y="182791"/>
                    <a:pt x="425676" y="188500"/>
                    <a:pt x="425307" y="194234"/>
                  </a:cubicBezTo>
                  <a:cubicBezTo>
                    <a:pt x="425307" y="200124"/>
                    <a:pt x="424738" y="205918"/>
                    <a:pt x="425307" y="211808"/>
                  </a:cubicBezTo>
                  <a:cubicBezTo>
                    <a:pt x="425877" y="217697"/>
                    <a:pt x="425972" y="223587"/>
                    <a:pt x="426732" y="229761"/>
                  </a:cubicBezTo>
                  <a:cubicBezTo>
                    <a:pt x="427491" y="235936"/>
                    <a:pt x="428536" y="242205"/>
                    <a:pt x="429770" y="248760"/>
                  </a:cubicBezTo>
                  <a:close/>
                  <a:moveTo>
                    <a:pt x="883172" y="528511"/>
                  </a:moveTo>
                  <a:cubicBezTo>
                    <a:pt x="884355" y="529041"/>
                    <a:pt x="885471" y="529710"/>
                    <a:pt x="886496" y="530506"/>
                  </a:cubicBezTo>
                  <a:cubicBezTo>
                    <a:pt x="887562" y="531257"/>
                    <a:pt x="888548" y="532117"/>
                    <a:pt x="889439" y="533070"/>
                  </a:cubicBezTo>
                  <a:cubicBezTo>
                    <a:pt x="890218" y="533914"/>
                    <a:pt x="890947" y="534802"/>
                    <a:pt x="891623" y="535730"/>
                  </a:cubicBezTo>
                  <a:cubicBezTo>
                    <a:pt x="892154" y="536519"/>
                    <a:pt x="892630" y="537345"/>
                    <a:pt x="893047" y="538200"/>
                  </a:cubicBezTo>
                  <a:lnTo>
                    <a:pt x="1006611" y="673563"/>
                  </a:lnTo>
                  <a:cubicBezTo>
                    <a:pt x="1008472" y="675755"/>
                    <a:pt x="1009868" y="678311"/>
                    <a:pt x="1010694" y="681068"/>
                  </a:cubicBezTo>
                  <a:cubicBezTo>
                    <a:pt x="1011615" y="683817"/>
                    <a:pt x="1011938" y="686732"/>
                    <a:pt x="1011644" y="689617"/>
                  </a:cubicBezTo>
                  <a:cubicBezTo>
                    <a:pt x="1011426" y="692535"/>
                    <a:pt x="1010618" y="695379"/>
                    <a:pt x="1009270" y="697976"/>
                  </a:cubicBezTo>
                  <a:lnTo>
                    <a:pt x="1009270" y="697976"/>
                  </a:lnTo>
                  <a:cubicBezTo>
                    <a:pt x="1007941" y="700403"/>
                    <a:pt x="1006165" y="702561"/>
                    <a:pt x="1004048" y="704341"/>
                  </a:cubicBezTo>
                  <a:lnTo>
                    <a:pt x="1001864" y="705955"/>
                  </a:lnTo>
                  <a:cubicBezTo>
                    <a:pt x="1001171" y="706423"/>
                    <a:pt x="1000439" y="706836"/>
                    <a:pt x="999680" y="707190"/>
                  </a:cubicBezTo>
                  <a:lnTo>
                    <a:pt x="902163" y="758676"/>
                  </a:lnTo>
                  <a:lnTo>
                    <a:pt x="902163" y="955024"/>
                  </a:lnTo>
                  <a:cubicBezTo>
                    <a:pt x="902188" y="957181"/>
                    <a:pt x="901868" y="959327"/>
                    <a:pt x="901213" y="961389"/>
                  </a:cubicBezTo>
                  <a:cubicBezTo>
                    <a:pt x="900588" y="963478"/>
                    <a:pt x="899661" y="965464"/>
                    <a:pt x="898460" y="967278"/>
                  </a:cubicBezTo>
                  <a:cubicBezTo>
                    <a:pt x="897294" y="969074"/>
                    <a:pt x="895851" y="970679"/>
                    <a:pt x="894187" y="972028"/>
                  </a:cubicBezTo>
                  <a:cubicBezTo>
                    <a:pt x="892569" y="973367"/>
                    <a:pt x="890781" y="974488"/>
                    <a:pt x="888869" y="975352"/>
                  </a:cubicBezTo>
                  <a:lnTo>
                    <a:pt x="522350" y="1161347"/>
                  </a:lnTo>
                  <a:cubicBezTo>
                    <a:pt x="521583" y="1162144"/>
                    <a:pt x="520722" y="1162847"/>
                    <a:pt x="519786" y="1163436"/>
                  </a:cubicBezTo>
                  <a:cubicBezTo>
                    <a:pt x="518669" y="1164196"/>
                    <a:pt x="517494" y="1164861"/>
                    <a:pt x="516273" y="1165431"/>
                  </a:cubicBezTo>
                  <a:cubicBezTo>
                    <a:pt x="514866" y="1166049"/>
                    <a:pt x="513404" y="1166524"/>
                    <a:pt x="511905" y="1166856"/>
                  </a:cubicBezTo>
                  <a:lnTo>
                    <a:pt x="511905" y="1166856"/>
                  </a:lnTo>
                  <a:cubicBezTo>
                    <a:pt x="510452" y="1166999"/>
                    <a:pt x="508990" y="1166999"/>
                    <a:pt x="507537" y="1166856"/>
                  </a:cubicBezTo>
                  <a:cubicBezTo>
                    <a:pt x="505512" y="1166866"/>
                    <a:pt x="503497" y="1166581"/>
                    <a:pt x="501555" y="1166001"/>
                  </a:cubicBezTo>
                  <a:cubicBezTo>
                    <a:pt x="499589" y="1165469"/>
                    <a:pt x="497705" y="1164671"/>
                    <a:pt x="495953" y="1163626"/>
                  </a:cubicBezTo>
                  <a:cubicBezTo>
                    <a:pt x="494502" y="1162705"/>
                    <a:pt x="493163" y="1161622"/>
                    <a:pt x="491965" y="1160397"/>
                  </a:cubicBezTo>
                  <a:lnTo>
                    <a:pt x="491965" y="1160397"/>
                  </a:lnTo>
                  <a:cubicBezTo>
                    <a:pt x="491162" y="1159608"/>
                    <a:pt x="490431" y="1158753"/>
                    <a:pt x="489781" y="1157832"/>
                  </a:cubicBezTo>
                  <a:lnTo>
                    <a:pt x="123546" y="974783"/>
                  </a:lnTo>
                  <a:cubicBezTo>
                    <a:pt x="121741" y="973842"/>
                    <a:pt x="120052" y="972693"/>
                    <a:pt x="118513" y="971363"/>
                  </a:cubicBezTo>
                  <a:cubicBezTo>
                    <a:pt x="117045" y="969957"/>
                    <a:pt x="115767" y="968361"/>
                    <a:pt x="114715" y="966613"/>
                  </a:cubicBezTo>
                  <a:cubicBezTo>
                    <a:pt x="113698" y="965084"/>
                    <a:pt x="112900" y="963421"/>
                    <a:pt x="112341" y="961674"/>
                  </a:cubicBezTo>
                  <a:cubicBezTo>
                    <a:pt x="111842" y="960002"/>
                    <a:pt x="111524" y="958282"/>
                    <a:pt x="111392" y="956544"/>
                  </a:cubicBezTo>
                  <a:lnTo>
                    <a:pt x="111392" y="760006"/>
                  </a:lnTo>
                  <a:lnTo>
                    <a:pt x="11406" y="707000"/>
                  </a:lnTo>
                  <a:cubicBezTo>
                    <a:pt x="10129" y="706256"/>
                    <a:pt x="8921" y="705397"/>
                    <a:pt x="7798" y="704436"/>
                  </a:cubicBezTo>
                  <a:cubicBezTo>
                    <a:pt x="5698" y="702624"/>
                    <a:pt x="3958" y="700433"/>
                    <a:pt x="2670" y="697976"/>
                  </a:cubicBezTo>
                  <a:cubicBezTo>
                    <a:pt x="1273" y="695386"/>
                    <a:pt x="402" y="692546"/>
                    <a:pt x="107" y="689617"/>
                  </a:cubicBezTo>
                  <a:cubicBezTo>
                    <a:pt x="-190" y="686732"/>
                    <a:pt x="134" y="683817"/>
                    <a:pt x="1056" y="681068"/>
                  </a:cubicBezTo>
                  <a:cubicBezTo>
                    <a:pt x="1922" y="678326"/>
                    <a:pt x="3308" y="675779"/>
                    <a:pt x="5139" y="673563"/>
                  </a:cubicBezTo>
                  <a:lnTo>
                    <a:pt x="120318" y="535825"/>
                  </a:lnTo>
                  <a:cubicBezTo>
                    <a:pt x="120685" y="535285"/>
                    <a:pt x="121133" y="534804"/>
                    <a:pt x="121647" y="534400"/>
                  </a:cubicBezTo>
                  <a:lnTo>
                    <a:pt x="123451" y="532785"/>
                  </a:lnTo>
                  <a:lnTo>
                    <a:pt x="125160" y="531645"/>
                  </a:lnTo>
                  <a:lnTo>
                    <a:pt x="126490" y="530886"/>
                  </a:lnTo>
                  <a:cubicBezTo>
                    <a:pt x="127274" y="530262"/>
                    <a:pt x="128099" y="529691"/>
                    <a:pt x="128958" y="529176"/>
                  </a:cubicBezTo>
                  <a:lnTo>
                    <a:pt x="130288" y="528511"/>
                  </a:lnTo>
                  <a:lnTo>
                    <a:pt x="306331" y="441023"/>
                  </a:lnTo>
                  <a:cubicBezTo>
                    <a:pt x="308909" y="439729"/>
                    <a:pt x="311716" y="438955"/>
                    <a:pt x="314592" y="438743"/>
                  </a:cubicBezTo>
                  <a:cubicBezTo>
                    <a:pt x="317488" y="438541"/>
                    <a:pt x="320396" y="438929"/>
                    <a:pt x="323138" y="439883"/>
                  </a:cubicBezTo>
                  <a:cubicBezTo>
                    <a:pt x="325889" y="440815"/>
                    <a:pt x="328435" y="442266"/>
                    <a:pt x="330639" y="444158"/>
                  </a:cubicBezTo>
                  <a:cubicBezTo>
                    <a:pt x="332788" y="446095"/>
                    <a:pt x="334559" y="448414"/>
                    <a:pt x="335861" y="450997"/>
                  </a:cubicBezTo>
                  <a:lnTo>
                    <a:pt x="335861" y="450997"/>
                  </a:lnTo>
                  <a:cubicBezTo>
                    <a:pt x="337084" y="453597"/>
                    <a:pt x="337823" y="456398"/>
                    <a:pt x="338045" y="459262"/>
                  </a:cubicBezTo>
                  <a:cubicBezTo>
                    <a:pt x="338147" y="462124"/>
                    <a:pt x="337762" y="464983"/>
                    <a:pt x="336906" y="467716"/>
                  </a:cubicBezTo>
                  <a:cubicBezTo>
                    <a:pt x="335886" y="470410"/>
                    <a:pt x="334373" y="472891"/>
                    <a:pt x="332443" y="475030"/>
                  </a:cubicBezTo>
                  <a:cubicBezTo>
                    <a:pt x="330548" y="477224"/>
                    <a:pt x="328221" y="479002"/>
                    <a:pt x="325607" y="480255"/>
                  </a:cubicBezTo>
                  <a:lnTo>
                    <a:pt x="185076" y="551024"/>
                  </a:lnTo>
                  <a:lnTo>
                    <a:pt x="505828" y="719254"/>
                  </a:lnTo>
                  <a:lnTo>
                    <a:pt x="827625" y="550074"/>
                  </a:lnTo>
                  <a:lnTo>
                    <a:pt x="688518" y="480920"/>
                  </a:lnTo>
                  <a:cubicBezTo>
                    <a:pt x="685921" y="479640"/>
                    <a:pt x="683598" y="477866"/>
                    <a:pt x="681681" y="475695"/>
                  </a:cubicBezTo>
                  <a:cubicBezTo>
                    <a:pt x="679766" y="473491"/>
                    <a:pt x="678284" y="470946"/>
                    <a:pt x="677313" y="468191"/>
                  </a:cubicBezTo>
                  <a:cubicBezTo>
                    <a:pt x="676443" y="465429"/>
                    <a:pt x="676089" y="462531"/>
                    <a:pt x="676269" y="459642"/>
                  </a:cubicBezTo>
                  <a:cubicBezTo>
                    <a:pt x="676398" y="456732"/>
                    <a:pt x="677143" y="453883"/>
                    <a:pt x="678453" y="451282"/>
                  </a:cubicBezTo>
                  <a:cubicBezTo>
                    <a:pt x="679756" y="448699"/>
                    <a:pt x="681527" y="446380"/>
                    <a:pt x="683675" y="444443"/>
                  </a:cubicBezTo>
                  <a:cubicBezTo>
                    <a:pt x="685893" y="442570"/>
                    <a:pt x="688435" y="441120"/>
                    <a:pt x="691177" y="440168"/>
                  </a:cubicBezTo>
                  <a:cubicBezTo>
                    <a:pt x="693920" y="439219"/>
                    <a:pt x="696826" y="438832"/>
                    <a:pt x="699722" y="439028"/>
                  </a:cubicBezTo>
                  <a:cubicBezTo>
                    <a:pt x="702627" y="439252"/>
                    <a:pt x="705462" y="440025"/>
                    <a:pt x="708078" y="441308"/>
                  </a:cubicBezTo>
                  <a:lnTo>
                    <a:pt x="883172" y="528511"/>
                  </a:lnTo>
                  <a:close/>
                  <a:moveTo>
                    <a:pt x="485318" y="1106631"/>
                  </a:moveTo>
                  <a:lnTo>
                    <a:pt x="485318" y="823080"/>
                  </a:lnTo>
                  <a:lnTo>
                    <a:pt x="436892" y="907718"/>
                  </a:lnTo>
                  <a:cubicBezTo>
                    <a:pt x="435509" y="910139"/>
                    <a:pt x="433672" y="912267"/>
                    <a:pt x="431479" y="913988"/>
                  </a:cubicBezTo>
                  <a:cubicBezTo>
                    <a:pt x="429267" y="915725"/>
                    <a:pt x="426757" y="917045"/>
                    <a:pt x="424073" y="917882"/>
                  </a:cubicBezTo>
                  <a:lnTo>
                    <a:pt x="424073" y="917882"/>
                  </a:lnTo>
                  <a:cubicBezTo>
                    <a:pt x="421426" y="918661"/>
                    <a:pt x="418652" y="918919"/>
                    <a:pt x="415907" y="918642"/>
                  </a:cubicBezTo>
                  <a:cubicBezTo>
                    <a:pt x="413064" y="918351"/>
                    <a:pt x="410297" y="917546"/>
                    <a:pt x="407741" y="916267"/>
                  </a:cubicBezTo>
                  <a:lnTo>
                    <a:pt x="156020" y="783279"/>
                  </a:lnTo>
                  <a:lnTo>
                    <a:pt x="156020" y="941440"/>
                  </a:lnTo>
                  <a:lnTo>
                    <a:pt x="486267" y="1106631"/>
                  </a:lnTo>
                  <a:close/>
                  <a:moveTo>
                    <a:pt x="529566" y="829635"/>
                  </a:moveTo>
                  <a:lnTo>
                    <a:pt x="529566" y="1108246"/>
                  </a:lnTo>
                  <a:lnTo>
                    <a:pt x="858199" y="941535"/>
                  </a:lnTo>
                  <a:lnTo>
                    <a:pt x="858199" y="782139"/>
                  </a:lnTo>
                  <a:lnTo>
                    <a:pt x="604579" y="916267"/>
                  </a:lnTo>
                  <a:cubicBezTo>
                    <a:pt x="602023" y="917546"/>
                    <a:pt x="599256" y="918351"/>
                    <a:pt x="596413" y="918642"/>
                  </a:cubicBezTo>
                  <a:lnTo>
                    <a:pt x="596413" y="918642"/>
                  </a:lnTo>
                  <a:cubicBezTo>
                    <a:pt x="593605" y="918918"/>
                    <a:pt x="590770" y="918659"/>
                    <a:pt x="588057" y="917882"/>
                  </a:cubicBezTo>
                  <a:cubicBezTo>
                    <a:pt x="585338" y="917012"/>
                    <a:pt x="582798" y="915661"/>
                    <a:pt x="580556" y="913893"/>
                  </a:cubicBezTo>
                  <a:cubicBezTo>
                    <a:pt x="578361" y="912137"/>
                    <a:pt x="576523" y="909977"/>
                    <a:pt x="575144" y="907528"/>
                  </a:cubicBezTo>
                  <a:lnTo>
                    <a:pt x="529946" y="829635"/>
                  </a:lnTo>
                  <a:close/>
                  <a:moveTo>
                    <a:pt x="869119" y="578096"/>
                  </a:moveTo>
                  <a:lnTo>
                    <a:pt x="536783" y="753071"/>
                  </a:lnTo>
                  <a:lnTo>
                    <a:pt x="603250" y="867062"/>
                  </a:lnTo>
                  <a:lnTo>
                    <a:pt x="955621" y="680783"/>
                  </a:lnTo>
                  <a:lnTo>
                    <a:pt x="870164" y="577906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35" name="Google Shape;435;p17"/>
            <p:cNvSpPr txBox="1"/>
            <p:nvPr/>
          </p:nvSpPr>
          <p:spPr>
            <a:xfrm>
              <a:off x="5440906" y="5405866"/>
              <a:ext cx="1804241" cy="583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Release </a:t>
              </a: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1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Nexus / Harbor</a:t>
              </a:r>
              <a:endParaRPr sz="11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5551399" y="6622313"/>
              <a:ext cx="1480524" cy="456746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Push / Release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37" name="Google Shape;437;p17"/>
          <p:cNvGrpSpPr/>
          <p:nvPr/>
        </p:nvGrpSpPr>
        <p:grpSpPr>
          <a:xfrm>
            <a:off x="1852479" y="2031269"/>
            <a:ext cx="939684" cy="1104886"/>
            <a:chOff x="5005758" y="3873546"/>
            <a:chExt cx="1363800" cy="1603564"/>
          </a:xfrm>
        </p:grpSpPr>
        <p:cxnSp>
          <p:nvCxnSpPr>
            <p:cNvPr id="438" name="Google Shape;438;p17"/>
            <p:cNvCxnSpPr>
              <a:endCxn id="439" idx="2"/>
            </p:cNvCxnSpPr>
            <p:nvPr/>
          </p:nvCxnSpPr>
          <p:spPr>
            <a:xfrm flipH="1">
              <a:off x="5687658" y="4707910"/>
              <a:ext cx="5400" cy="769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40" name="Google Shape;440;p17"/>
            <p:cNvSpPr/>
            <p:nvPr/>
          </p:nvSpPr>
          <p:spPr>
            <a:xfrm>
              <a:off x="5457743" y="4221025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5568040" y="4311881"/>
              <a:ext cx="260525" cy="300493"/>
            </a:xfrm>
            <a:custGeom>
              <a:avLst/>
              <a:gdLst/>
              <a:ahLst/>
              <a:cxnLst/>
              <a:rect l="l" t="t" r="r" b="b"/>
              <a:pathLst>
                <a:path w="1011749" h="1166962" extrusionOk="0">
                  <a:moveTo>
                    <a:pt x="474873" y="753071"/>
                  </a:moveTo>
                  <a:lnTo>
                    <a:pt x="142537" y="578096"/>
                  </a:lnTo>
                  <a:lnTo>
                    <a:pt x="57079" y="680973"/>
                  </a:lnTo>
                  <a:lnTo>
                    <a:pt x="140448" y="724954"/>
                  </a:lnTo>
                  <a:lnTo>
                    <a:pt x="142347" y="725714"/>
                  </a:lnTo>
                  <a:lnTo>
                    <a:pt x="144056" y="726474"/>
                  </a:lnTo>
                  <a:lnTo>
                    <a:pt x="145860" y="727614"/>
                  </a:lnTo>
                  <a:lnTo>
                    <a:pt x="147284" y="728564"/>
                  </a:lnTo>
                  <a:lnTo>
                    <a:pt x="409450" y="867252"/>
                  </a:lnTo>
                  <a:lnTo>
                    <a:pt x="475918" y="753261"/>
                  </a:lnTo>
                  <a:close/>
                  <a:moveTo>
                    <a:pt x="446387" y="517017"/>
                  </a:moveTo>
                  <a:cubicBezTo>
                    <a:pt x="446721" y="514144"/>
                    <a:pt x="447625" y="511367"/>
                    <a:pt x="449046" y="508847"/>
                  </a:cubicBezTo>
                  <a:cubicBezTo>
                    <a:pt x="450415" y="506337"/>
                    <a:pt x="452252" y="504112"/>
                    <a:pt x="454458" y="502293"/>
                  </a:cubicBezTo>
                  <a:cubicBezTo>
                    <a:pt x="456745" y="500485"/>
                    <a:pt x="459355" y="499131"/>
                    <a:pt x="462149" y="498303"/>
                  </a:cubicBezTo>
                  <a:cubicBezTo>
                    <a:pt x="464926" y="497522"/>
                    <a:pt x="467824" y="497264"/>
                    <a:pt x="470695" y="497543"/>
                  </a:cubicBezTo>
                  <a:cubicBezTo>
                    <a:pt x="473561" y="497846"/>
                    <a:pt x="476337" y="498718"/>
                    <a:pt x="478861" y="500108"/>
                  </a:cubicBezTo>
                  <a:cubicBezTo>
                    <a:pt x="481415" y="501492"/>
                    <a:pt x="483673" y="503364"/>
                    <a:pt x="485508" y="505618"/>
                  </a:cubicBezTo>
                  <a:cubicBezTo>
                    <a:pt x="489140" y="510213"/>
                    <a:pt x="490874" y="516026"/>
                    <a:pt x="490350" y="521861"/>
                  </a:cubicBezTo>
                  <a:lnTo>
                    <a:pt x="484843" y="571637"/>
                  </a:lnTo>
                  <a:lnTo>
                    <a:pt x="506303" y="592345"/>
                  </a:lnTo>
                  <a:lnTo>
                    <a:pt x="529946" y="567457"/>
                  </a:lnTo>
                  <a:lnTo>
                    <a:pt x="520925" y="520436"/>
                  </a:lnTo>
                  <a:cubicBezTo>
                    <a:pt x="520355" y="517679"/>
                    <a:pt x="520355" y="514835"/>
                    <a:pt x="520925" y="512077"/>
                  </a:cubicBezTo>
                  <a:cubicBezTo>
                    <a:pt x="521476" y="509218"/>
                    <a:pt x="522607" y="506502"/>
                    <a:pt x="524249" y="504098"/>
                  </a:cubicBezTo>
                  <a:cubicBezTo>
                    <a:pt x="525886" y="501684"/>
                    <a:pt x="527983" y="499618"/>
                    <a:pt x="530421" y="498018"/>
                  </a:cubicBezTo>
                  <a:cubicBezTo>
                    <a:pt x="532851" y="496445"/>
                    <a:pt x="535557" y="495349"/>
                    <a:pt x="538397" y="494789"/>
                  </a:cubicBezTo>
                  <a:cubicBezTo>
                    <a:pt x="541217" y="494218"/>
                    <a:pt x="544123" y="494218"/>
                    <a:pt x="546943" y="494789"/>
                  </a:cubicBezTo>
                  <a:cubicBezTo>
                    <a:pt x="549793" y="495414"/>
                    <a:pt x="552500" y="496574"/>
                    <a:pt x="554919" y="498208"/>
                  </a:cubicBezTo>
                  <a:cubicBezTo>
                    <a:pt x="557331" y="499846"/>
                    <a:pt x="559397" y="501944"/>
                    <a:pt x="560996" y="504383"/>
                  </a:cubicBezTo>
                  <a:cubicBezTo>
                    <a:pt x="562568" y="506814"/>
                    <a:pt x="563664" y="509522"/>
                    <a:pt x="564224" y="512362"/>
                  </a:cubicBezTo>
                  <a:lnTo>
                    <a:pt x="575429" y="570592"/>
                  </a:lnTo>
                  <a:cubicBezTo>
                    <a:pt x="575620" y="572265"/>
                    <a:pt x="575620" y="573954"/>
                    <a:pt x="575429" y="575627"/>
                  </a:cubicBezTo>
                  <a:cubicBezTo>
                    <a:pt x="575337" y="577332"/>
                    <a:pt x="575051" y="579022"/>
                    <a:pt x="574574" y="580661"/>
                  </a:cubicBezTo>
                  <a:cubicBezTo>
                    <a:pt x="574090" y="582314"/>
                    <a:pt x="573421" y="583908"/>
                    <a:pt x="572580" y="585411"/>
                  </a:cubicBezTo>
                  <a:cubicBezTo>
                    <a:pt x="571733" y="586942"/>
                    <a:pt x="570678" y="588348"/>
                    <a:pt x="569447" y="589590"/>
                  </a:cubicBezTo>
                  <a:lnTo>
                    <a:pt x="521970" y="639081"/>
                  </a:lnTo>
                  <a:cubicBezTo>
                    <a:pt x="519964" y="641137"/>
                    <a:pt x="517577" y="642782"/>
                    <a:pt x="514943" y="643926"/>
                  </a:cubicBezTo>
                  <a:cubicBezTo>
                    <a:pt x="512308" y="645085"/>
                    <a:pt x="509466" y="645698"/>
                    <a:pt x="506587" y="645731"/>
                  </a:cubicBezTo>
                  <a:lnTo>
                    <a:pt x="506113" y="645731"/>
                  </a:lnTo>
                  <a:cubicBezTo>
                    <a:pt x="503350" y="645751"/>
                    <a:pt x="500608" y="645235"/>
                    <a:pt x="498042" y="644211"/>
                  </a:cubicBezTo>
                  <a:cubicBezTo>
                    <a:pt x="495369" y="643163"/>
                    <a:pt x="492919" y="641616"/>
                    <a:pt x="490825" y="639651"/>
                  </a:cubicBezTo>
                  <a:lnTo>
                    <a:pt x="446007" y="596335"/>
                  </a:lnTo>
                  <a:cubicBezTo>
                    <a:pt x="444751" y="595171"/>
                    <a:pt x="443635" y="593864"/>
                    <a:pt x="442684" y="592440"/>
                  </a:cubicBezTo>
                  <a:lnTo>
                    <a:pt x="442684" y="592440"/>
                  </a:lnTo>
                  <a:cubicBezTo>
                    <a:pt x="441778" y="591098"/>
                    <a:pt x="441015" y="589666"/>
                    <a:pt x="440405" y="588166"/>
                  </a:cubicBezTo>
                  <a:cubicBezTo>
                    <a:pt x="439850" y="586526"/>
                    <a:pt x="439437" y="584842"/>
                    <a:pt x="439171" y="583131"/>
                  </a:cubicBezTo>
                  <a:lnTo>
                    <a:pt x="439171" y="583131"/>
                  </a:lnTo>
                  <a:cubicBezTo>
                    <a:pt x="438981" y="581490"/>
                    <a:pt x="438981" y="579833"/>
                    <a:pt x="439171" y="578191"/>
                  </a:cubicBezTo>
                  <a:lnTo>
                    <a:pt x="446387" y="517017"/>
                  </a:lnTo>
                  <a:close/>
                  <a:moveTo>
                    <a:pt x="493294" y="161557"/>
                  </a:moveTo>
                  <a:cubicBezTo>
                    <a:pt x="495611" y="160540"/>
                    <a:pt x="498030" y="159776"/>
                    <a:pt x="500510" y="159277"/>
                  </a:cubicBezTo>
                  <a:cubicBezTo>
                    <a:pt x="503012" y="158785"/>
                    <a:pt x="505556" y="158531"/>
                    <a:pt x="508107" y="158517"/>
                  </a:cubicBezTo>
                  <a:lnTo>
                    <a:pt x="508107" y="158517"/>
                  </a:lnTo>
                  <a:cubicBezTo>
                    <a:pt x="510501" y="158525"/>
                    <a:pt x="512887" y="158780"/>
                    <a:pt x="515228" y="159277"/>
                  </a:cubicBezTo>
                  <a:cubicBezTo>
                    <a:pt x="517705" y="159747"/>
                    <a:pt x="520124" y="160479"/>
                    <a:pt x="522445" y="161462"/>
                  </a:cubicBezTo>
                  <a:lnTo>
                    <a:pt x="522445" y="161462"/>
                  </a:lnTo>
                  <a:cubicBezTo>
                    <a:pt x="524683" y="162432"/>
                    <a:pt x="526841" y="163576"/>
                    <a:pt x="528901" y="164882"/>
                  </a:cubicBezTo>
                  <a:cubicBezTo>
                    <a:pt x="530998" y="166287"/>
                    <a:pt x="532940" y="167911"/>
                    <a:pt x="534694" y="169726"/>
                  </a:cubicBezTo>
                  <a:cubicBezTo>
                    <a:pt x="536509" y="171514"/>
                    <a:pt x="538133" y="173488"/>
                    <a:pt x="539536" y="175616"/>
                  </a:cubicBezTo>
                  <a:cubicBezTo>
                    <a:pt x="540929" y="177708"/>
                    <a:pt x="542107" y="179935"/>
                    <a:pt x="543050" y="182265"/>
                  </a:cubicBezTo>
                  <a:cubicBezTo>
                    <a:pt x="544067" y="184583"/>
                    <a:pt x="544830" y="187004"/>
                    <a:pt x="545328" y="189485"/>
                  </a:cubicBezTo>
                  <a:cubicBezTo>
                    <a:pt x="545816" y="191956"/>
                    <a:pt x="546071" y="194469"/>
                    <a:pt x="546088" y="196989"/>
                  </a:cubicBezTo>
                  <a:lnTo>
                    <a:pt x="546088" y="196989"/>
                  </a:lnTo>
                  <a:cubicBezTo>
                    <a:pt x="546080" y="199384"/>
                    <a:pt x="545826" y="201771"/>
                    <a:pt x="545328" y="204113"/>
                  </a:cubicBezTo>
                  <a:lnTo>
                    <a:pt x="545328" y="204113"/>
                  </a:lnTo>
                  <a:cubicBezTo>
                    <a:pt x="544877" y="206462"/>
                    <a:pt x="544178" y="208754"/>
                    <a:pt x="543239" y="210953"/>
                  </a:cubicBezTo>
                  <a:cubicBezTo>
                    <a:pt x="542301" y="213333"/>
                    <a:pt x="541091" y="215596"/>
                    <a:pt x="539631" y="217697"/>
                  </a:cubicBezTo>
                  <a:cubicBezTo>
                    <a:pt x="538290" y="219815"/>
                    <a:pt x="536695" y="221760"/>
                    <a:pt x="534884" y="223492"/>
                  </a:cubicBezTo>
                  <a:cubicBezTo>
                    <a:pt x="533097" y="225308"/>
                    <a:pt x="531123" y="226932"/>
                    <a:pt x="528996" y="228336"/>
                  </a:cubicBezTo>
                  <a:cubicBezTo>
                    <a:pt x="526906" y="229730"/>
                    <a:pt x="524678" y="230908"/>
                    <a:pt x="522350" y="231851"/>
                  </a:cubicBezTo>
                  <a:cubicBezTo>
                    <a:pt x="520033" y="232868"/>
                    <a:pt x="517613" y="233632"/>
                    <a:pt x="515133" y="234131"/>
                  </a:cubicBezTo>
                  <a:lnTo>
                    <a:pt x="515133" y="234131"/>
                  </a:lnTo>
                  <a:cubicBezTo>
                    <a:pt x="512725" y="234613"/>
                    <a:pt x="510277" y="234868"/>
                    <a:pt x="507822" y="234891"/>
                  </a:cubicBezTo>
                  <a:lnTo>
                    <a:pt x="507822" y="234891"/>
                  </a:lnTo>
                  <a:cubicBezTo>
                    <a:pt x="505428" y="234883"/>
                    <a:pt x="503042" y="234629"/>
                    <a:pt x="500700" y="234131"/>
                  </a:cubicBezTo>
                  <a:lnTo>
                    <a:pt x="500226" y="234131"/>
                  </a:lnTo>
                  <a:cubicBezTo>
                    <a:pt x="497913" y="233666"/>
                    <a:pt x="495654" y="232966"/>
                    <a:pt x="493484" y="232041"/>
                  </a:cubicBezTo>
                  <a:cubicBezTo>
                    <a:pt x="491125" y="231098"/>
                    <a:pt x="488866" y="229921"/>
                    <a:pt x="486742" y="228526"/>
                  </a:cubicBezTo>
                  <a:cubicBezTo>
                    <a:pt x="484664" y="227097"/>
                    <a:pt x="482725" y="225475"/>
                    <a:pt x="480950" y="223682"/>
                  </a:cubicBezTo>
                  <a:lnTo>
                    <a:pt x="480950" y="223682"/>
                  </a:lnTo>
                  <a:cubicBezTo>
                    <a:pt x="479250" y="221968"/>
                    <a:pt x="477724" y="220091"/>
                    <a:pt x="476392" y="218077"/>
                  </a:cubicBezTo>
                  <a:cubicBezTo>
                    <a:pt x="474999" y="215986"/>
                    <a:pt x="473822" y="213758"/>
                    <a:pt x="472879" y="211428"/>
                  </a:cubicBezTo>
                  <a:lnTo>
                    <a:pt x="472879" y="211428"/>
                  </a:lnTo>
                  <a:cubicBezTo>
                    <a:pt x="471936" y="209157"/>
                    <a:pt x="471205" y="206804"/>
                    <a:pt x="470695" y="204398"/>
                  </a:cubicBezTo>
                  <a:cubicBezTo>
                    <a:pt x="470203" y="201895"/>
                    <a:pt x="469949" y="199351"/>
                    <a:pt x="469936" y="196799"/>
                  </a:cubicBezTo>
                  <a:lnTo>
                    <a:pt x="469936" y="196799"/>
                  </a:lnTo>
                  <a:cubicBezTo>
                    <a:pt x="469943" y="194404"/>
                    <a:pt x="470198" y="192017"/>
                    <a:pt x="470695" y="189675"/>
                  </a:cubicBezTo>
                  <a:lnTo>
                    <a:pt x="470695" y="189675"/>
                  </a:lnTo>
                  <a:cubicBezTo>
                    <a:pt x="471159" y="187361"/>
                    <a:pt x="471859" y="185101"/>
                    <a:pt x="472784" y="182930"/>
                  </a:cubicBezTo>
                  <a:lnTo>
                    <a:pt x="472784" y="182930"/>
                  </a:lnTo>
                  <a:cubicBezTo>
                    <a:pt x="473754" y="180691"/>
                    <a:pt x="474897" y="178532"/>
                    <a:pt x="476202" y="176471"/>
                  </a:cubicBezTo>
                  <a:cubicBezTo>
                    <a:pt x="477631" y="174391"/>
                    <a:pt x="479252" y="172452"/>
                    <a:pt x="481045" y="170676"/>
                  </a:cubicBezTo>
                  <a:cubicBezTo>
                    <a:pt x="482832" y="168859"/>
                    <a:pt x="484805" y="167236"/>
                    <a:pt x="486932" y="165832"/>
                  </a:cubicBezTo>
                  <a:cubicBezTo>
                    <a:pt x="489023" y="164438"/>
                    <a:pt x="491250" y="163260"/>
                    <a:pt x="493579" y="162317"/>
                  </a:cubicBezTo>
                  <a:close/>
                  <a:moveTo>
                    <a:pt x="412679" y="335962"/>
                  </a:moveTo>
                  <a:cubicBezTo>
                    <a:pt x="410020" y="330168"/>
                    <a:pt x="407456" y="324373"/>
                    <a:pt x="405177" y="318674"/>
                  </a:cubicBezTo>
                  <a:cubicBezTo>
                    <a:pt x="402898" y="312974"/>
                    <a:pt x="399860" y="305280"/>
                    <a:pt x="397581" y="298820"/>
                  </a:cubicBezTo>
                  <a:cubicBezTo>
                    <a:pt x="395302" y="292361"/>
                    <a:pt x="392833" y="284857"/>
                    <a:pt x="390934" y="277922"/>
                  </a:cubicBezTo>
                  <a:cubicBezTo>
                    <a:pt x="389035" y="270988"/>
                    <a:pt x="387231" y="264148"/>
                    <a:pt x="385807" y="257404"/>
                  </a:cubicBezTo>
                  <a:cubicBezTo>
                    <a:pt x="384383" y="250659"/>
                    <a:pt x="382958" y="242205"/>
                    <a:pt x="382104" y="234796"/>
                  </a:cubicBezTo>
                  <a:cubicBezTo>
                    <a:pt x="381157" y="227484"/>
                    <a:pt x="380586" y="220128"/>
                    <a:pt x="380395" y="212758"/>
                  </a:cubicBezTo>
                  <a:cubicBezTo>
                    <a:pt x="380170" y="205503"/>
                    <a:pt x="380328" y="198242"/>
                    <a:pt x="380869" y="191005"/>
                  </a:cubicBezTo>
                  <a:cubicBezTo>
                    <a:pt x="381337" y="183871"/>
                    <a:pt x="382193" y="176767"/>
                    <a:pt x="383433" y="169726"/>
                  </a:cubicBezTo>
                  <a:cubicBezTo>
                    <a:pt x="384696" y="162394"/>
                    <a:pt x="386344" y="155133"/>
                    <a:pt x="388371" y="147973"/>
                  </a:cubicBezTo>
                  <a:cubicBezTo>
                    <a:pt x="390460" y="140849"/>
                    <a:pt x="392833" y="133724"/>
                    <a:pt x="395682" y="126695"/>
                  </a:cubicBezTo>
                  <a:cubicBezTo>
                    <a:pt x="398497" y="119575"/>
                    <a:pt x="401667" y="112600"/>
                    <a:pt x="405177" y="105797"/>
                  </a:cubicBezTo>
                  <a:lnTo>
                    <a:pt x="405177" y="105797"/>
                  </a:lnTo>
                  <a:cubicBezTo>
                    <a:pt x="409073" y="98841"/>
                    <a:pt x="413320" y="92088"/>
                    <a:pt x="417901" y="85564"/>
                  </a:cubicBezTo>
                  <a:cubicBezTo>
                    <a:pt x="422174" y="79009"/>
                    <a:pt x="426827" y="72360"/>
                    <a:pt x="431954" y="65900"/>
                  </a:cubicBezTo>
                  <a:cubicBezTo>
                    <a:pt x="437082" y="59441"/>
                    <a:pt x="442494" y="52791"/>
                    <a:pt x="448191" y="46427"/>
                  </a:cubicBezTo>
                  <a:cubicBezTo>
                    <a:pt x="453888" y="40062"/>
                    <a:pt x="460155" y="33603"/>
                    <a:pt x="467182" y="27429"/>
                  </a:cubicBezTo>
                  <a:cubicBezTo>
                    <a:pt x="474208" y="21254"/>
                    <a:pt x="480665" y="14700"/>
                    <a:pt x="487977" y="8430"/>
                  </a:cubicBezTo>
                  <a:cubicBezTo>
                    <a:pt x="489171" y="6972"/>
                    <a:pt x="490507" y="5635"/>
                    <a:pt x="491965" y="4441"/>
                  </a:cubicBezTo>
                  <a:cubicBezTo>
                    <a:pt x="493650" y="3415"/>
                    <a:pt x="495430" y="2556"/>
                    <a:pt x="497282" y="1876"/>
                  </a:cubicBezTo>
                  <a:lnTo>
                    <a:pt x="497282" y="1876"/>
                  </a:lnTo>
                  <a:cubicBezTo>
                    <a:pt x="499236" y="1054"/>
                    <a:pt x="501274" y="449"/>
                    <a:pt x="503359" y="71"/>
                  </a:cubicBezTo>
                  <a:lnTo>
                    <a:pt x="503359" y="71"/>
                  </a:lnTo>
                  <a:cubicBezTo>
                    <a:pt x="505099" y="-24"/>
                    <a:pt x="506842" y="-24"/>
                    <a:pt x="508581" y="71"/>
                  </a:cubicBezTo>
                  <a:cubicBezTo>
                    <a:pt x="510463" y="153"/>
                    <a:pt x="512335" y="376"/>
                    <a:pt x="514184" y="736"/>
                  </a:cubicBezTo>
                  <a:cubicBezTo>
                    <a:pt x="517819" y="1418"/>
                    <a:pt x="521298" y="2771"/>
                    <a:pt x="524439" y="4725"/>
                  </a:cubicBezTo>
                  <a:cubicBezTo>
                    <a:pt x="525961" y="5665"/>
                    <a:pt x="527392" y="6747"/>
                    <a:pt x="528712" y="7955"/>
                  </a:cubicBezTo>
                  <a:cubicBezTo>
                    <a:pt x="536783" y="14700"/>
                    <a:pt x="544379" y="21444"/>
                    <a:pt x="551500" y="28283"/>
                  </a:cubicBezTo>
                  <a:cubicBezTo>
                    <a:pt x="558622" y="35123"/>
                    <a:pt x="565269" y="41962"/>
                    <a:pt x="571346" y="48802"/>
                  </a:cubicBezTo>
                  <a:cubicBezTo>
                    <a:pt x="577423" y="55641"/>
                    <a:pt x="583310" y="62576"/>
                    <a:pt x="588817" y="69510"/>
                  </a:cubicBezTo>
                  <a:lnTo>
                    <a:pt x="588817" y="69510"/>
                  </a:lnTo>
                  <a:cubicBezTo>
                    <a:pt x="593945" y="76349"/>
                    <a:pt x="598312" y="83189"/>
                    <a:pt x="602870" y="90123"/>
                  </a:cubicBezTo>
                  <a:cubicBezTo>
                    <a:pt x="607428" y="97058"/>
                    <a:pt x="611036" y="104372"/>
                    <a:pt x="614549" y="111591"/>
                  </a:cubicBezTo>
                  <a:cubicBezTo>
                    <a:pt x="618080" y="118677"/>
                    <a:pt x="621249" y="125938"/>
                    <a:pt x="624045" y="133344"/>
                  </a:cubicBezTo>
                  <a:cubicBezTo>
                    <a:pt x="626577" y="140628"/>
                    <a:pt x="628761" y="147942"/>
                    <a:pt x="630596" y="155288"/>
                  </a:cubicBezTo>
                  <a:cubicBezTo>
                    <a:pt x="632318" y="162653"/>
                    <a:pt x="633649" y="170104"/>
                    <a:pt x="634584" y="177611"/>
                  </a:cubicBezTo>
                  <a:lnTo>
                    <a:pt x="634584" y="178656"/>
                  </a:lnTo>
                  <a:cubicBezTo>
                    <a:pt x="635439" y="185590"/>
                    <a:pt x="635914" y="192524"/>
                    <a:pt x="636199" y="199459"/>
                  </a:cubicBezTo>
                  <a:cubicBezTo>
                    <a:pt x="636484" y="206393"/>
                    <a:pt x="636199" y="213708"/>
                    <a:pt x="636199" y="220737"/>
                  </a:cubicBezTo>
                  <a:cubicBezTo>
                    <a:pt x="636199" y="227766"/>
                    <a:pt x="635059" y="235176"/>
                    <a:pt x="634015" y="242300"/>
                  </a:cubicBezTo>
                  <a:cubicBezTo>
                    <a:pt x="632970" y="249425"/>
                    <a:pt x="631736" y="256834"/>
                    <a:pt x="630217" y="264053"/>
                  </a:cubicBezTo>
                  <a:cubicBezTo>
                    <a:pt x="628697" y="271273"/>
                    <a:pt x="627178" y="276972"/>
                    <a:pt x="625374" y="283717"/>
                  </a:cubicBezTo>
                  <a:cubicBezTo>
                    <a:pt x="623570" y="290461"/>
                    <a:pt x="621481" y="297110"/>
                    <a:pt x="619392" y="303475"/>
                  </a:cubicBezTo>
                  <a:cubicBezTo>
                    <a:pt x="617303" y="309839"/>
                    <a:pt x="615214" y="315634"/>
                    <a:pt x="612745" y="322473"/>
                  </a:cubicBezTo>
                  <a:cubicBezTo>
                    <a:pt x="610276" y="329313"/>
                    <a:pt x="608662" y="333207"/>
                    <a:pt x="606478" y="338717"/>
                  </a:cubicBezTo>
                  <a:cubicBezTo>
                    <a:pt x="610656" y="342897"/>
                    <a:pt x="615024" y="347076"/>
                    <a:pt x="619487" y="351256"/>
                  </a:cubicBezTo>
                  <a:cubicBezTo>
                    <a:pt x="630990" y="361878"/>
                    <a:pt x="641956" y="373069"/>
                    <a:pt x="652341" y="384788"/>
                  </a:cubicBezTo>
                  <a:cubicBezTo>
                    <a:pt x="653184" y="385760"/>
                    <a:pt x="653977" y="386774"/>
                    <a:pt x="654715" y="387828"/>
                  </a:cubicBezTo>
                  <a:cubicBezTo>
                    <a:pt x="655490" y="388899"/>
                    <a:pt x="656158" y="390045"/>
                    <a:pt x="656709" y="391247"/>
                  </a:cubicBezTo>
                  <a:cubicBezTo>
                    <a:pt x="657382" y="392385"/>
                    <a:pt x="657923" y="393597"/>
                    <a:pt x="658323" y="394857"/>
                  </a:cubicBezTo>
                  <a:cubicBezTo>
                    <a:pt x="658816" y="396054"/>
                    <a:pt x="659197" y="397295"/>
                    <a:pt x="659462" y="398562"/>
                  </a:cubicBezTo>
                  <a:cubicBezTo>
                    <a:pt x="659462" y="399797"/>
                    <a:pt x="659462" y="401127"/>
                    <a:pt x="660127" y="402551"/>
                  </a:cubicBezTo>
                  <a:cubicBezTo>
                    <a:pt x="660222" y="403912"/>
                    <a:pt x="660222" y="405276"/>
                    <a:pt x="660127" y="406636"/>
                  </a:cubicBezTo>
                  <a:cubicBezTo>
                    <a:pt x="660228" y="407964"/>
                    <a:pt x="660228" y="409298"/>
                    <a:pt x="660127" y="410626"/>
                  </a:cubicBezTo>
                  <a:lnTo>
                    <a:pt x="660127" y="410626"/>
                  </a:lnTo>
                  <a:cubicBezTo>
                    <a:pt x="659940" y="411779"/>
                    <a:pt x="659685" y="412921"/>
                    <a:pt x="659367" y="414046"/>
                  </a:cubicBezTo>
                  <a:lnTo>
                    <a:pt x="653005" y="437034"/>
                  </a:lnTo>
                  <a:cubicBezTo>
                    <a:pt x="649492" y="452327"/>
                    <a:pt x="645979" y="467811"/>
                    <a:pt x="641991" y="483390"/>
                  </a:cubicBezTo>
                  <a:lnTo>
                    <a:pt x="641991" y="483390"/>
                  </a:lnTo>
                  <a:cubicBezTo>
                    <a:pt x="641468" y="485318"/>
                    <a:pt x="640769" y="487194"/>
                    <a:pt x="639902" y="488994"/>
                  </a:cubicBezTo>
                  <a:cubicBezTo>
                    <a:pt x="638991" y="490813"/>
                    <a:pt x="637944" y="492559"/>
                    <a:pt x="636768" y="494219"/>
                  </a:cubicBezTo>
                  <a:lnTo>
                    <a:pt x="636768" y="494219"/>
                  </a:lnTo>
                  <a:cubicBezTo>
                    <a:pt x="635654" y="495713"/>
                    <a:pt x="634380" y="497083"/>
                    <a:pt x="632970" y="498303"/>
                  </a:cubicBezTo>
                  <a:cubicBezTo>
                    <a:pt x="631513" y="499663"/>
                    <a:pt x="629921" y="500872"/>
                    <a:pt x="628223" y="501913"/>
                  </a:cubicBezTo>
                  <a:cubicBezTo>
                    <a:pt x="626517" y="502988"/>
                    <a:pt x="624704" y="503880"/>
                    <a:pt x="622810" y="504573"/>
                  </a:cubicBezTo>
                  <a:cubicBezTo>
                    <a:pt x="620973" y="505308"/>
                    <a:pt x="619063" y="505848"/>
                    <a:pt x="617113" y="506188"/>
                  </a:cubicBezTo>
                  <a:cubicBezTo>
                    <a:pt x="615158" y="506422"/>
                    <a:pt x="613181" y="506422"/>
                    <a:pt x="611226" y="506188"/>
                  </a:cubicBezTo>
                  <a:cubicBezTo>
                    <a:pt x="609330" y="506332"/>
                    <a:pt x="607425" y="506332"/>
                    <a:pt x="605529" y="506188"/>
                  </a:cubicBezTo>
                  <a:lnTo>
                    <a:pt x="603440" y="505713"/>
                  </a:lnTo>
                  <a:lnTo>
                    <a:pt x="600591" y="504763"/>
                  </a:lnTo>
                  <a:cubicBezTo>
                    <a:pt x="597145" y="503590"/>
                    <a:pt x="593931" y="501822"/>
                    <a:pt x="591096" y="499538"/>
                  </a:cubicBezTo>
                  <a:cubicBezTo>
                    <a:pt x="577065" y="488352"/>
                    <a:pt x="562245" y="478193"/>
                    <a:pt x="546753" y="469141"/>
                  </a:cubicBezTo>
                  <a:cubicBezTo>
                    <a:pt x="537283" y="463494"/>
                    <a:pt x="526678" y="460023"/>
                    <a:pt x="515703" y="458977"/>
                  </a:cubicBezTo>
                  <a:cubicBezTo>
                    <a:pt x="505086" y="458855"/>
                    <a:pt x="494555" y="460891"/>
                    <a:pt x="484748" y="464961"/>
                  </a:cubicBezTo>
                  <a:cubicBezTo>
                    <a:pt x="472784" y="469426"/>
                    <a:pt x="458636" y="476360"/>
                    <a:pt x="440880" y="485004"/>
                  </a:cubicBezTo>
                  <a:cubicBezTo>
                    <a:pt x="440308" y="485280"/>
                    <a:pt x="439701" y="485472"/>
                    <a:pt x="439076" y="485574"/>
                  </a:cubicBezTo>
                  <a:lnTo>
                    <a:pt x="438601" y="485574"/>
                  </a:lnTo>
                  <a:lnTo>
                    <a:pt x="435657" y="487284"/>
                  </a:lnTo>
                  <a:lnTo>
                    <a:pt x="435657" y="487284"/>
                  </a:lnTo>
                  <a:lnTo>
                    <a:pt x="431384" y="489469"/>
                  </a:lnTo>
                  <a:lnTo>
                    <a:pt x="414483" y="497638"/>
                  </a:lnTo>
                  <a:cubicBezTo>
                    <a:pt x="412604" y="498573"/>
                    <a:pt x="410630" y="499305"/>
                    <a:pt x="408596" y="499823"/>
                  </a:cubicBezTo>
                  <a:cubicBezTo>
                    <a:pt x="406564" y="500286"/>
                    <a:pt x="404501" y="500603"/>
                    <a:pt x="402424" y="500773"/>
                  </a:cubicBezTo>
                  <a:cubicBezTo>
                    <a:pt x="398261" y="500992"/>
                    <a:pt x="394097" y="500379"/>
                    <a:pt x="390175" y="498968"/>
                  </a:cubicBezTo>
                  <a:cubicBezTo>
                    <a:pt x="386255" y="497547"/>
                    <a:pt x="382645" y="495387"/>
                    <a:pt x="379540" y="492604"/>
                  </a:cubicBezTo>
                  <a:cubicBezTo>
                    <a:pt x="377974" y="491224"/>
                    <a:pt x="376543" y="489697"/>
                    <a:pt x="375267" y="488044"/>
                  </a:cubicBezTo>
                  <a:lnTo>
                    <a:pt x="375267" y="488044"/>
                  </a:lnTo>
                  <a:cubicBezTo>
                    <a:pt x="374092" y="486418"/>
                    <a:pt x="373044" y="484703"/>
                    <a:pt x="372134" y="482915"/>
                  </a:cubicBezTo>
                  <a:cubicBezTo>
                    <a:pt x="370875" y="480194"/>
                    <a:pt x="369981" y="477320"/>
                    <a:pt x="369475" y="474365"/>
                  </a:cubicBezTo>
                  <a:cubicBezTo>
                    <a:pt x="364822" y="453467"/>
                    <a:pt x="359980" y="426869"/>
                    <a:pt x="357321" y="405496"/>
                  </a:cubicBezTo>
                  <a:cubicBezTo>
                    <a:pt x="357227" y="404295"/>
                    <a:pt x="357227" y="403088"/>
                    <a:pt x="357321" y="401887"/>
                  </a:cubicBezTo>
                  <a:lnTo>
                    <a:pt x="357321" y="401887"/>
                  </a:lnTo>
                  <a:cubicBezTo>
                    <a:pt x="357226" y="400622"/>
                    <a:pt x="357226" y="399351"/>
                    <a:pt x="357321" y="398087"/>
                  </a:cubicBezTo>
                  <a:lnTo>
                    <a:pt x="357321" y="398087"/>
                  </a:lnTo>
                  <a:lnTo>
                    <a:pt x="357891" y="394382"/>
                  </a:lnTo>
                  <a:cubicBezTo>
                    <a:pt x="357891" y="393052"/>
                    <a:pt x="358555" y="391817"/>
                    <a:pt x="358935" y="390582"/>
                  </a:cubicBezTo>
                  <a:cubicBezTo>
                    <a:pt x="359315" y="389348"/>
                    <a:pt x="359885" y="388113"/>
                    <a:pt x="360454" y="386878"/>
                  </a:cubicBezTo>
                  <a:cubicBezTo>
                    <a:pt x="361052" y="385651"/>
                    <a:pt x="361750" y="384475"/>
                    <a:pt x="362543" y="383363"/>
                  </a:cubicBezTo>
                  <a:lnTo>
                    <a:pt x="362543" y="383363"/>
                  </a:lnTo>
                  <a:cubicBezTo>
                    <a:pt x="363218" y="382343"/>
                    <a:pt x="363947" y="381360"/>
                    <a:pt x="364727" y="380418"/>
                  </a:cubicBezTo>
                  <a:lnTo>
                    <a:pt x="367576" y="377569"/>
                  </a:lnTo>
                  <a:lnTo>
                    <a:pt x="413153" y="336057"/>
                  </a:lnTo>
                  <a:close/>
                  <a:moveTo>
                    <a:pt x="429011" y="248380"/>
                  </a:moveTo>
                  <a:cubicBezTo>
                    <a:pt x="430435" y="254839"/>
                    <a:pt x="432049" y="261394"/>
                    <a:pt x="433948" y="267948"/>
                  </a:cubicBezTo>
                  <a:cubicBezTo>
                    <a:pt x="435847" y="274502"/>
                    <a:pt x="438126" y="281342"/>
                    <a:pt x="440690" y="288276"/>
                  </a:cubicBezTo>
                  <a:cubicBezTo>
                    <a:pt x="443254" y="295211"/>
                    <a:pt x="446102" y="302335"/>
                    <a:pt x="449236" y="309459"/>
                  </a:cubicBezTo>
                  <a:cubicBezTo>
                    <a:pt x="452369" y="316584"/>
                    <a:pt x="455693" y="323803"/>
                    <a:pt x="459491" y="331403"/>
                  </a:cubicBezTo>
                  <a:lnTo>
                    <a:pt x="459491" y="331403"/>
                  </a:lnTo>
                  <a:cubicBezTo>
                    <a:pt x="460453" y="333511"/>
                    <a:pt x="461092" y="335753"/>
                    <a:pt x="461390" y="338052"/>
                  </a:cubicBezTo>
                  <a:cubicBezTo>
                    <a:pt x="462301" y="345155"/>
                    <a:pt x="459676" y="352252"/>
                    <a:pt x="454363" y="357050"/>
                  </a:cubicBezTo>
                  <a:lnTo>
                    <a:pt x="401759" y="405686"/>
                  </a:lnTo>
                  <a:lnTo>
                    <a:pt x="409830" y="451567"/>
                  </a:lnTo>
                  <a:cubicBezTo>
                    <a:pt x="413818" y="449572"/>
                    <a:pt x="418091" y="447293"/>
                    <a:pt x="422174" y="445488"/>
                  </a:cubicBezTo>
                  <a:cubicBezTo>
                    <a:pt x="443444" y="435229"/>
                    <a:pt x="460155" y="426489"/>
                    <a:pt x="475348" y="421455"/>
                  </a:cubicBezTo>
                  <a:cubicBezTo>
                    <a:pt x="488776" y="415944"/>
                    <a:pt x="503185" y="413229"/>
                    <a:pt x="517697" y="413476"/>
                  </a:cubicBezTo>
                  <a:cubicBezTo>
                    <a:pt x="531969" y="414321"/>
                    <a:pt x="545880" y="418311"/>
                    <a:pt x="558432" y="425160"/>
                  </a:cubicBezTo>
                  <a:cubicBezTo>
                    <a:pt x="574229" y="433609"/>
                    <a:pt x="589314" y="443331"/>
                    <a:pt x="603535" y="454227"/>
                  </a:cubicBezTo>
                  <a:lnTo>
                    <a:pt x="614075" y="409676"/>
                  </a:lnTo>
                  <a:lnTo>
                    <a:pt x="563939" y="359520"/>
                  </a:lnTo>
                  <a:lnTo>
                    <a:pt x="563275" y="358760"/>
                  </a:lnTo>
                  <a:cubicBezTo>
                    <a:pt x="561912" y="357245"/>
                    <a:pt x="560761" y="355551"/>
                    <a:pt x="559856" y="353726"/>
                  </a:cubicBezTo>
                  <a:cubicBezTo>
                    <a:pt x="558942" y="351931"/>
                    <a:pt x="558302" y="350011"/>
                    <a:pt x="557957" y="348026"/>
                  </a:cubicBezTo>
                  <a:lnTo>
                    <a:pt x="557957" y="347551"/>
                  </a:lnTo>
                  <a:cubicBezTo>
                    <a:pt x="557621" y="345507"/>
                    <a:pt x="557621" y="343421"/>
                    <a:pt x="557957" y="341377"/>
                  </a:cubicBezTo>
                  <a:cubicBezTo>
                    <a:pt x="558181" y="339218"/>
                    <a:pt x="558725" y="337105"/>
                    <a:pt x="559571" y="335107"/>
                  </a:cubicBezTo>
                  <a:lnTo>
                    <a:pt x="559571" y="335107"/>
                  </a:lnTo>
                  <a:cubicBezTo>
                    <a:pt x="562610" y="327983"/>
                    <a:pt x="565459" y="321143"/>
                    <a:pt x="568022" y="314589"/>
                  </a:cubicBezTo>
                  <a:cubicBezTo>
                    <a:pt x="570586" y="308035"/>
                    <a:pt x="573055" y="301290"/>
                    <a:pt x="575334" y="294451"/>
                  </a:cubicBezTo>
                  <a:cubicBezTo>
                    <a:pt x="577613" y="287611"/>
                    <a:pt x="579702" y="281247"/>
                    <a:pt x="581506" y="274787"/>
                  </a:cubicBezTo>
                  <a:cubicBezTo>
                    <a:pt x="583310" y="268328"/>
                    <a:pt x="584924" y="261868"/>
                    <a:pt x="586253" y="255789"/>
                  </a:cubicBezTo>
                  <a:cubicBezTo>
                    <a:pt x="587583" y="249710"/>
                    <a:pt x="588722" y="243440"/>
                    <a:pt x="589577" y="237456"/>
                  </a:cubicBezTo>
                  <a:cubicBezTo>
                    <a:pt x="590431" y="231471"/>
                    <a:pt x="591001" y="225392"/>
                    <a:pt x="591381" y="219407"/>
                  </a:cubicBezTo>
                  <a:cubicBezTo>
                    <a:pt x="591761" y="213423"/>
                    <a:pt x="591856" y="207628"/>
                    <a:pt x="591381" y="201834"/>
                  </a:cubicBezTo>
                  <a:cubicBezTo>
                    <a:pt x="591272" y="196050"/>
                    <a:pt x="590828" y="190277"/>
                    <a:pt x="590051" y="184545"/>
                  </a:cubicBezTo>
                  <a:lnTo>
                    <a:pt x="590051" y="183975"/>
                  </a:lnTo>
                  <a:cubicBezTo>
                    <a:pt x="588514" y="172019"/>
                    <a:pt x="585681" y="160266"/>
                    <a:pt x="581601" y="148923"/>
                  </a:cubicBezTo>
                  <a:cubicBezTo>
                    <a:pt x="579497" y="142977"/>
                    <a:pt x="577088" y="137142"/>
                    <a:pt x="574384" y="131445"/>
                  </a:cubicBezTo>
                  <a:cubicBezTo>
                    <a:pt x="571514" y="125494"/>
                    <a:pt x="568344" y="119692"/>
                    <a:pt x="564889" y="114061"/>
                  </a:cubicBezTo>
                  <a:cubicBezTo>
                    <a:pt x="561281" y="108267"/>
                    <a:pt x="557387" y="102472"/>
                    <a:pt x="553020" y="96678"/>
                  </a:cubicBezTo>
                  <a:cubicBezTo>
                    <a:pt x="548652" y="90883"/>
                    <a:pt x="543524" y="85089"/>
                    <a:pt x="538777" y="79199"/>
                  </a:cubicBezTo>
                  <a:cubicBezTo>
                    <a:pt x="534029" y="73310"/>
                    <a:pt x="528617" y="68275"/>
                    <a:pt x="523014" y="62861"/>
                  </a:cubicBezTo>
                  <a:cubicBezTo>
                    <a:pt x="517412" y="57446"/>
                    <a:pt x="513519" y="53361"/>
                    <a:pt x="508012" y="48897"/>
                  </a:cubicBezTo>
                  <a:cubicBezTo>
                    <a:pt x="503264" y="53171"/>
                    <a:pt x="498516" y="57446"/>
                    <a:pt x="494528" y="61626"/>
                  </a:cubicBezTo>
                  <a:cubicBezTo>
                    <a:pt x="490540" y="65805"/>
                    <a:pt x="484368" y="71125"/>
                    <a:pt x="480001" y="76064"/>
                  </a:cubicBezTo>
                  <a:cubicBezTo>
                    <a:pt x="475633" y="81004"/>
                    <a:pt x="470505" y="87083"/>
                    <a:pt x="466137" y="92593"/>
                  </a:cubicBezTo>
                  <a:cubicBezTo>
                    <a:pt x="461770" y="98103"/>
                    <a:pt x="457971" y="103517"/>
                    <a:pt x="454458" y="109122"/>
                  </a:cubicBezTo>
                  <a:cubicBezTo>
                    <a:pt x="450945" y="114726"/>
                    <a:pt x="447527" y="120141"/>
                    <a:pt x="444963" y="125745"/>
                  </a:cubicBezTo>
                  <a:cubicBezTo>
                    <a:pt x="442399" y="131350"/>
                    <a:pt x="439076" y="137239"/>
                    <a:pt x="436892" y="142559"/>
                  </a:cubicBezTo>
                  <a:cubicBezTo>
                    <a:pt x="434636" y="148110"/>
                    <a:pt x="432702" y="153788"/>
                    <a:pt x="431100" y="159562"/>
                  </a:cubicBezTo>
                  <a:cubicBezTo>
                    <a:pt x="429484" y="165333"/>
                    <a:pt x="428248" y="171204"/>
                    <a:pt x="427396" y="177136"/>
                  </a:cubicBezTo>
                  <a:cubicBezTo>
                    <a:pt x="426373" y="182791"/>
                    <a:pt x="425676" y="188500"/>
                    <a:pt x="425307" y="194234"/>
                  </a:cubicBezTo>
                  <a:cubicBezTo>
                    <a:pt x="425307" y="200124"/>
                    <a:pt x="424738" y="205918"/>
                    <a:pt x="425307" y="211808"/>
                  </a:cubicBezTo>
                  <a:cubicBezTo>
                    <a:pt x="425877" y="217697"/>
                    <a:pt x="425972" y="223587"/>
                    <a:pt x="426732" y="229761"/>
                  </a:cubicBezTo>
                  <a:cubicBezTo>
                    <a:pt x="427491" y="235936"/>
                    <a:pt x="428536" y="242205"/>
                    <a:pt x="429770" y="248760"/>
                  </a:cubicBezTo>
                  <a:close/>
                  <a:moveTo>
                    <a:pt x="883172" y="528511"/>
                  </a:moveTo>
                  <a:cubicBezTo>
                    <a:pt x="884355" y="529041"/>
                    <a:pt x="885471" y="529710"/>
                    <a:pt x="886496" y="530506"/>
                  </a:cubicBezTo>
                  <a:cubicBezTo>
                    <a:pt x="887562" y="531257"/>
                    <a:pt x="888548" y="532117"/>
                    <a:pt x="889439" y="533070"/>
                  </a:cubicBezTo>
                  <a:cubicBezTo>
                    <a:pt x="890218" y="533914"/>
                    <a:pt x="890947" y="534802"/>
                    <a:pt x="891623" y="535730"/>
                  </a:cubicBezTo>
                  <a:cubicBezTo>
                    <a:pt x="892154" y="536519"/>
                    <a:pt x="892630" y="537345"/>
                    <a:pt x="893047" y="538200"/>
                  </a:cubicBezTo>
                  <a:lnTo>
                    <a:pt x="1006611" y="673563"/>
                  </a:lnTo>
                  <a:cubicBezTo>
                    <a:pt x="1008472" y="675755"/>
                    <a:pt x="1009868" y="678311"/>
                    <a:pt x="1010694" y="681068"/>
                  </a:cubicBezTo>
                  <a:cubicBezTo>
                    <a:pt x="1011615" y="683817"/>
                    <a:pt x="1011938" y="686732"/>
                    <a:pt x="1011644" y="689617"/>
                  </a:cubicBezTo>
                  <a:cubicBezTo>
                    <a:pt x="1011426" y="692535"/>
                    <a:pt x="1010618" y="695379"/>
                    <a:pt x="1009270" y="697976"/>
                  </a:cubicBezTo>
                  <a:lnTo>
                    <a:pt x="1009270" y="697976"/>
                  </a:lnTo>
                  <a:cubicBezTo>
                    <a:pt x="1007941" y="700403"/>
                    <a:pt x="1006165" y="702561"/>
                    <a:pt x="1004048" y="704341"/>
                  </a:cubicBezTo>
                  <a:lnTo>
                    <a:pt x="1001864" y="705955"/>
                  </a:lnTo>
                  <a:cubicBezTo>
                    <a:pt x="1001171" y="706423"/>
                    <a:pt x="1000439" y="706836"/>
                    <a:pt x="999680" y="707190"/>
                  </a:cubicBezTo>
                  <a:lnTo>
                    <a:pt x="902163" y="758676"/>
                  </a:lnTo>
                  <a:lnTo>
                    <a:pt x="902163" y="955024"/>
                  </a:lnTo>
                  <a:cubicBezTo>
                    <a:pt x="902188" y="957181"/>
                    <a:pt x="901868" y="959327"/>
                    <a:pt x="901213" y="961389"/>
                  </a:cubicBezTo>
                  <a:cubicBezTo>
                    <a:pt x="900588" y="963478"/>
                    <a:pt x="899661" y="965464"/>
                    <a:pt x="898460" y="967278"/>
                  </a:cubicBezTo>
                  <a:cubicBezTo>
                    <a:pt x="897294" y="969074"/>
                    <a:pt x="895851" y="970679"/>
                    <a:pt x="894187" y="972028"/>
                  </a:cubicBezTo>
                  <a:cubicBezTo>
                    <a:pt x="892569" y="973367"/>
                    <a:pt x="890781" y="974488"/>
                    <a:pt x="888869" y="975352"/>
                  </a:cubicBezTo>
                  <a:lnTo>
                    <a:pt x="522350" y="1161347"/>
                  </a:lnTo>
                  <a:cubicBezTo>
                    <a:pt x="521583" y="1162144"/>
                    <a:pt x="520722" y="1162847"/>
                    <a:pt x="519786" y="1163436"/>
                  </a:cubicBezTo>
                  <a:cubicBezTo>
                    <a:pt x="518669" y="1164196"/>
                    <a:pt x="517494" y="1164861"/>
                    <a:pt x="516273" y="1165431"/>
                  </a:cubicBezTo>
                  <a:cubicBezTo>
                    <a:pt x="514866" y="1166049"/>
                    <a:pt x="513404" y="1166524"/>
                    <a:pt x="511905" y="1166856"/>
                  </a:cubicBezTo>
                  <a:lnTo>
                    <a:pt x="511905" y="1166856"/>
                  </a:lnTo>
                  <a:cubicBezTo>
                    <a:pt x="510452" y="1166999"/>
                    <a:pt x="508990" y="1166999"/>
                    <a:pt x="507537" y="1166856"/>
                  </a:cubicBezTo>
                  <a:cubicBezTo>
                    <a:pt x="505512" y="1166866"/>
                    <a:pt x="503497" y="1166581"/>
                    <a:pt x="501555" y="1166001"/>
                  </a:cubicBezTo>
                  <a:cubicBezTo>
                    <a:pt x="499589" y="1165469"/>
                    <a:pt x="497705" y="1164671"/>
                    <a:pt x="495953" y="1163626"/>
                  </a:cubicBezTo>
                  <a:cubicBezTo>
                    <a:pt x="494502" y="1162705"/>
                    <a:pt x="493163" y="1161622"/>
                    <a:pt x="491965" y="1160397"/>
                  </a:cubicBezTo>
                  <a:lnTo>
                    <a:pt x="491965" y="1160397"/>
                  </a:lnTo>
                  <a:cubicBezTo>
                    <a:pt x="491162" y="1159608"/>
                    <a:pt x="490431" y="1158753"/>
                    <a:pt x="489781" y="1157832"/>
                  </a:cubicBezTo>
                  <a:lnTo>
                    <a:pt x="123546" y="974783"/>
                  </a:lnTo>
                  <a:cubicBezTo>
                    <a:pt x="121741" y="973842"/>
                    <a:pt x="120052" y="972693"/>
                    <a:pt x="118513" y="971363"/>
                  </a:cubicBezTo>
                  <a:cubicBezTo>
                    <a:pt x="117045" y="969957"/>
                    <a:pt x="115767" y="968361"/>
                    <a:pt x="114715" y="966613"/>
                  </a:cubicBezTo>
                  <a:cubicBezTo>
                    <a:pt x="113698" y="965084"/>
                    <a:pt x="112900" y="963421"/>
                    <a:pt x="112341" y="961674"/>
                  </a:cubicBezTo>
                  <a:cubicBezTo>
                    <a:pt x="111842" y="960002"/>
                    <a:pt x="111524" y="958282"/>
                    <a:pt x="111392" y="956544"/>
                  </a:cubicBezTo>
                  <a:lnTo>
                    <a:pt x="111392" y="760006"/>
                  </a:lnTo>
                  <a:lnTo>
                    <a:pt x="11406" y="707000"/>
                  </a:lnTo>
                  <a:cubicBezTo>
                    <a:pt x="10129" y="706256"/>
                    <a:pt x="8921" y="705397"/>
                    <a:pt x="7798" y="704436"/>
                  </a:cubicBezTo>
                  <a:cubicBezTo>
                    <a:pt x="5698" y="702624"/>
                    <a:pt x="3958" y="700433"/>
                    <a:pt x="2670" y="697976"/>
                  </a:cubicBezTo>
                  <a:cubicBezTo>
                    <a:pt x="1273" y="695386"/>
                    <a:pt x="402" y="692546"/>
                    <a:pt x="107" y="689617"/>
                  </a:cubicBezTo>
                  <a:cubicBezTo>
                    <a:pt x="-190" y="686732"/>
                    <a:pt x="134" y="683817"/>
                    <a:pt x="1056" y="681068"/>
                  </a:cubicBezTo>
                  <a:cubicBezTo>
                    <a:pt x="1922" y="678326"/>
                    <a:pt x="3308" y="675779"/>
                    <a:pt x="5139" y="673563"/>
                  </a:cubicBezTo>
                  <a:lnTo>
                    <a:pt x="120318" y="535825"/>
                  </a:lnTo>
                  <a:cubicBezTo>
                    <a:pt x="120685" y="535285"/>
                    <a:pt x="121133" y="534804"/>
                    <a:pt x="121647" y="534400"/>
                  </a:cubicBezTo>
                  <a:lnTo>
                    <a:pt x="123451" y="532785"/>
                  </a:lnTo>
                  <a:lnTo>
                    <a:pt x="125160" y="531645"/>
                  </a:lnTo>
                  <a:lnTo>
                    <a:pt x="126490" y="530886"/>
                  </a:lnTo>
                  <a:cubicBezTo>
                    <a:pt x="127274" y="530262"/>
                    <a:pt x="128099" y="529691"/>
                    <a:pt x="128958" y="529176"/>
                  </a:cubicBezTo>
                  <a:lnTo>
                    <a:pt x="130288" y="528511"/>
                  </a:lnTo>
                  <a:lnTo>
                    <a:pt x="306331" y="441023"/>
                  </a:lnTo>
                  <a:cubicBezTo>
                    <a:pt x="308909" y="439729"/>
                    <a:pt x="311716" y="438955"/>
                    <a:pt x="314592" y="438743"/>
                  </a:cubicBezTo>
                  <a:cubicBezTo>
                    <a:pt x="317488" y="438541"/>
                    <a:pt x="320396" y="438929"/>
                    <a:pt x="323138" y="439883"/>
                  </a:cubicBezTo>
                  <a:cubicBezTo>
                    <a:pt x="325889" y="440815"/>
                    <a:pt x="328435" y="442266"/>
                    <a:pt x="330639" y="444158"/>
                  </a:cubicBezTo>
                  <a:cubicBezTo>
                    <a:pt x="332788" y="446095"/>
                    <a:pt x="334559" y="448414"/>
                    <a:pt x="335861" y="450997"/>
                  </a:cubicBezTo>
                  <a:lnTo>
                    <a:pt x="335861" y="450997"/>
                  </a:lnTo>
                  <a:cubicBezTo>
                    <a:pt x="337084" y="453597"/>
                    <a:pt x="337823" y="456398"/>
                    <a:pt x="338045" y="459262"/>
                  </a:cubicBezTo>
                  <a:cubicBezTo>
                    <a:pt x="338147" y="462124"/>
                    <a:pt x="337762" y="464983"/>
                    <a:pt x="336906" y="467716"/>
                  </a:cubicBezTo>
                  <a:cubicBezTo>
                    <a:pt x="335886" y="470410"/>
                    <a:pt x="334373" y="472891"/>
                    <a:pt x="332443" y="475030"/>
                  </a:cubicBezTo>
                  <a:cubicBezTo>
                    <a:pt x="330548" y="477224"/>
                    <a:pt x="328221" y="479002"/>
                    <a:pt x="325607" y="480255"/>
                  </a:cubicBezTo>
                  <a:lnTo>
                    <a:pt x="185076" y="551024"/>
                  </a:lnTo>
                  <a:lnTo>
                    <a:pt x="505828" y="719254"/>
                  </a:lnTo>
                  <a:lnTo>
                    <a:pt x="827625" y="550074"/>
                  </a:lnTo>
                  <a:lnTo>
                    <a:pt x="688518" y="480920"/>
                  </a:lnTo>
                  <a:cubicBezTo>
                    <a:pt x="685921" y="479640"/>
                    <a:pt x="683598" y="477866"/>
                    <a:pt x="681681" y="475695"/>
                  </a:cubicBezTo>
                  <a:cubicBezTo>
                    <a:pt x="679766" y="473491"/>
                    <a:pt x="678284" y="470946"/>
                    <a:pt x="677313" y="468191"/>
                  </a:cubicBezTo>
                  <a:cubicBezTo>
                    <a:pt x="676443" y="465429"/>
                    <a:pt x="676089" y="462531"/>
                    <a:pt x="676269" y="459642"/>
                  </a:cubicBezTo>
                  <a:cubicBezTo>
                    <a:pt x="676398" y="456732"/>
                    <a:pt x="677143" y="453883"/>
                    <a:pt x="678453" y="451282"/>
                  </a:cubicBezTo>
                  <a:cubicBezTo>
                    <a:pt x="679756" y="448699"/>
                    <a:pt x="681527" y="446380"/>
                    <a:pt x="683675" y="444443"/>
                  </a:cubicBezTo>
                  <a:cubicBezTo>
                    <a:pt x="685893" y="442570"/>
                    <a:pt x="688435" y="441120"/>
                    <a:pt x="691177" y="440168"/>
                  </a:cubicBezTo>
                  <a:cubicBezTo>
                    <a:pt x="693920" y="439219"/>
                    <a:pt x="696826" y="438832"/>
                    <a:pt x="699722" y="439028"/>
                  </a:cubicBezTo>
                  <a:cubicBezTo>
                    <a:pt x="702627" y="439252"/>
                    <a:pt x="705462" y="440025"/>
                    <a:pt x="708078" y="441308"/>
                  </a:cubicBezTo>
                  <a:lnTo>
                    <a:pt x="883172" y="528511"/>
                  </a:lnTo>
                  <a:close/>
                  <a:moveTo>
                    <a:pt x="485318" y="1106631"/>
                  </a:moveTo>
                  <a:lnTo>
                    <a:pt x="485318" y="823080"/>
                  </a:lnTo>
                  <a:lnTo>
                    <a:pt x="436892" y="907718"/>
                  </a:lnTo>
                  <a:cubicBezTo>
                    <a:pt x="435509" y="910139"/>
                    <a:pt x="433672" y="912267"/>
                    <a:pt x="431479" y="913988"/>
                  </a:cubicBezTo>
                  <a:cubicBezTo>
                    <a:pt x="429267" y="915725"/>
                    <a:pt x="426757" y="917045"/>
                    <a:pt x="424073" y="917882"/>
                  </a:cubicBezTo>
                  <a:lnTo>
                    <a:pt x="424073" y="917882"/>
                  </a:lnTo>
                  <a:cubicBezTo>
                    <a:pt x="421426" y="918661"/>
                    <a:pt x="418652" y="918919"/>
                    <a:pt x="415907" y="918642"/>
                  </a:cubicBezTo>
                  <a:cubicBezTo>
                    <a:pt x="413064" y="918351"/>
                    <a:pt x="410297" y="917546"/>
                    <a:pt x="407741" y="916267"/>
                  </a:cubicBezTo>
                  <a:lnTo>
                    <a:pt x="156020" y="783279"/>
                  </a:lnTo>
                  <a:lnTo>
                    <a:pt x="156020" y="941440"/>
                  </a:lnTo>
                  <a:lnTo>
                    <a:pt x="486267" y="1106631"/>
                  </a:lnTo>
                  <a:close/>
                  <a:moveTo>
                    <a:pt x="529566" y="829635"/>
                  </a:moveTo>
                  <a:lnTo>
                    <a:pt x="529566" y="1108246"/>
                  </a:lnTo>
                  <a:lnTo>
                    <a:pt x="858199" y="941535"/>
                  </a:lnTo>
                  <a:lnTo>
                    <a:pt x="858199" y="782139"/>
                  </a:lnTo>
                  <a:lnTo>
                    <a:pt x="604579" y="916267"/>
                  </a:lnTo>
                  <a:cubicBezTo>
                    <a:pt x="602023" y="917546"/>
                    <a:pt x="599256" y="918351"/>
                    <a:pt x="596413" y="918642"/>
                  </a:cubicBezTo>
                  <a:lnTo>
                    <a:pt x="596413" y="918642"/>
                  </a:lnTo>
                  <a:cubicBezTo>
                    <a:pt x="593605" y="918918"/>
                    <a:pt x="590770" y="918659"/>
                    <a:pt x="588057" y="917882"/>
                  </a:cubicBezTo>
                  <a:cubicBezTo>
                    <a:pt x="585338" y="917012"/>
                    <a:pt x="582798" y="915661"/>
                    <a:pt x="580556" y="913893"/>
                  </a:cubicBezTo>
                  <a:cubicBezTo>
                    <a:pt x="578361" y="912137"/>
                    <a:pt x="576523" y="909977"/>
                    <a:pt x="575144" y="907528"/>
                  </a:cubicBezTo>
                  <a:lnTo>
                    <a:pt x="529946" y="829635"/>
                  </a:lnTo>
                  <a:close/>
                  <a:moveTo>
                    <a:pt x="869119" y="578096"/>
                  </a:moveTo>
                  <a:lnTo>
                    <a:pt x="536783" y="753071"/>
                  </a:lnTo>
                  <a:lnTo>
                    <a:pt x="603250" y="867062"/>
                  </a:lnTo>
                  <a:lnTo>
                    <a:pt x="955621" y="680783"/>
                  </a:lnTo>
                  <a:lnTo>
                    <a:pt x="870164" y="577906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42" name="Google Shape;442;p17"/>
            <p:cNvSpPr txBox="1"/>
            <p:nvPr/>
          </p:nvSpPr>
          <p:spPr>
            <a:xfrm>
              <a:off x="5108141" y="3873546"/>
              <a:ext cx="1121664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5005758" y="4914096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Openshift</a:t>
              </a:r>
              <a:endParaRPr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5005758" y="5212510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VM</a:t>
              </a:r>
              <a:endParaRPr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444" name="Google Shape;444;p17"/>
          <p:cNvSpPr/>
          <p:nvPr/>
        </p:nvSpPr>
        <p:spPr>
          <a:xfrm>
            <a:off x="9209643" y="1660031"/>
            <a:ext cx="696805" cy="947332"/>
          </a:xfrm>
          <a:prstGeom prst="curvedLeftArrow">
            <a:avLst>
              <a:gd name="adj1" fmla="val 28013"/>
              <a:gd name="adj2" fmla="val 47593"/>
              <a:gd name="adj3" fmla="val 0"/>
            </a:avLst>
          </a:prstGeom>
          <a:solidFill>
            <a:srgbClr val="004FC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200" b="1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8640962" y="1696716"/>
            <a:ext cx="669933" cy="14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9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產生新版</a:t>
            </a:r>
            <a:endParaRPr sz="9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446" name="Google Shape;446;p17"/>
          <p:cNvGrpSpPr/>
          <p:nvPr/>
        </p:nvGrpSpPr>
        <p:grpSpPr>
          <a:xfrm>
            <a:off x="8512452" y="2048645"/>
            <a:ext cx="1338943" cy="575881"/>
            <a:chOff x="414501" y="5394960"/>
            <a:chExt cx="1943259" cy="835799"/>
          </a:xfrm>
        </p:grpSpPr>
        <p:sp>
          <p:nvSpPr>
            <p:cNvPr id="447" name="Google Shape;447;p17"/>
            <p:cNvSpPr/>
            <p:nvPr/>
          </p:nvSpPr>
          <p:spPr>
            <a:xfrm>
              <a:off x="594360" y="5745359"/>
              <a:ext cx="1763400" cy="485400"/>
            </a:xfrm>
            <a:prstGeom prst="roundRect">
              <a:avLst>
                <a:gd name="adj" fmla="val 16667"/>
              </a:avLst>
            </a:prstGeom>
            <a:solidFill>
              <a:srgbClr val="071C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77800" dist="76200" dir="5400000" algn="t" rotWithShape="0">
                <a:srgbClr val="0A2CAA">
                  <a:alpha val="40000"/>
                </a:srgbClr>
              </a:outerShdw>
            </a:effectLst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400"/>
              </a:pPr>
              <a:r>
                <a:rPr lang="en-US" sz="11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Jenkins</a:t>
              </a:r>
              <a:endParaRPr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448" name="Google Shape;448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14501" y="5394960"/>
              <a:ext cx="545121" cy="7527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9" name="Google Shape;449;p17"/>
          <p:cNvSpPr/>
          <p:nvPr/>
        </p:nvSpPr>
        <p:spPr>
          <a:xfrm rot="5400000" flipH="1">
            <a:off x="4943264" y="-307094"/>
            <a:ext cx="410311" cy="8205804"/>
          </a:xfrm>
          <a:prstGeom prst="downArrow">
            <a:avLst>
              <a:gd name="adj1" fmla="val 50000"/>
              <a:gd name="adj2" fmla="val 0"/>
            </a:avLst>
          </a:prstGeom>
          <a:solidFill>
            <a:srgbClr val="005D5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80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450" name="Google Shape;450;p17"/>
          <p:cNvGrpSpPr/>
          <p:nvPr/>
        </p:nvGrpSpPr>
        <p:grpSpPr>
          <a:xfrm>
            <a:off x="117365" y="3358215"/>
            <a:ext cx="1351051" cy="564990"/>
            <a:chOff x="396928" y="1781997"/>
            <a:chExt cx="1960832" cy="819992"/>
          </a:xfrm>
        </p:grpSpPr>
        <p:sp>
          <p:nvSpPr>
            <p:cNvPr id="451" name="Google Shape;451;p17"/>
            <p:cNvSpPr/>
            <p:nvPr/>
          </p:nvSpPr>
          <p:spPr>
            <a:xfrm>
              <a:off x="594360" y="2116589"/>
              <a:ext cx="1763400" cy="485400"/>
            </a:xfrm>
            <a:prstGeom prst="roundRect">
              <a:avLst>
                <a:gd name="adj" fmla="val 16667"/>
              </a:avLst>
            </a:prstGeom>
            <a:solidFill>
              <a:srgbClr val="071C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77800" dist="76200" dir="5400000" algn="t" rotWithShape="0">
                <a:srgbClr val="0A2CAA">
                  <a:alpha val="40000"/>
                </a:srgbClr>
              </a:outerShdw>
            </a:effectLst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400"/>
              </a:pPr>
              <a:r>
                <a:rPr lang="en-US" sz="80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Gitlab</a:t>
              </a: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nsolas"/>
                <a:sym typeface="Consolas"/>
              </a:endParaRPr>
            </a:p>
          </p:txBody>
        </p:sp>
        <p:pic>
          <p:nvPicPr>
            <p:cNvPr id="452" name="Google Shape;452;p17" descr="Gitlab - Free brands and logotypes ic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96928" y="1781997"/>
              <a:ext cx="669184" cy="6691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17"/>
          <p:cNvGrpSpPr/>
          <p:nvPr/>
        </p:nvGrpSpPr>
        <p:grpSpPr>
          <a:xfrm>
            <a:off x="1315662" y="3250494"/>
            <a:ext cx="1009551" cy="750471"/>
            <a:chOff x="2234189" y="1958173"/>
            <a:chExt cx="1465200" cy="1089187"/>
          </a:xfrm>
        </p:grpSpPr>
        <p:sp>
          <p:nvSpPr>
            <p:cNvPr id="454" name="Google Shape;454;p17"/>
            <p:cNvSpPr/>
            <p:nvPr/>
          </p:nvSpPr>
          <p:spPr>
            <a:xfrm>
              <a:off x="2742231" y="2564060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55" name="Google Shape;455;p17"/>
            <p:cNvSpPr txBox="1"/>
            <p:nvPr/>
          </p:nvSpPr>
          <p:spPr>
            <a:xfrm>
              <a:off x="2234189" y="1958173"/>
              <a:ext cx="1465200" cy="56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開發人員</a:t>
              </a:r>
              <a:endParaRPr 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主管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456" name="Google Shape;456;p17" descr="醫生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769780" y="2577365"/>
              <a:ext cx="413069" cy="4130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" name="Google Shape;457;p17"/>
          <p:cNvGrpSpPr/>
          <p:nvPr/>
        </p:nvGrpSpPr>
        <p:grpSpPr>
          <a:xfrm>
            <a:off x="2143536" y="3258740"/>
            <a:ext cx="1046082" cy="731368"/>
            <a:chOff x="3966211" y="1991941"/>
            <a:chExt cx="1518220" cy="1061463"/>
          </a:xfrm>
        </p:grpSpPr>
        <p:sp>
          <p:nvSpPr>
            <p:cNvPr id="458" name="Google Shape;458;p17"/>
            <p:cNvSpPr/>
            <p:nvPr/>
          </p:nvSpPr>
          <p:spPr>
            <a:xfrm>
              <a:off x="4351637" y="2570104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459" name="Google Shape;459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430224" y="2641201"/>
              <a:ext cx="337742" cy="337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7"/>
            <p:cNvSpPr txBox="1"/>
            <p:nvPr/>
          </p:nvSpPr>
          <p:spPr>
            <a:xfrm>
              <a:off x="3966211" y="1991941"/>
              <a:ext cx="1518220" cy="494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9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Merge request</a:t>
              </a:r>
              <a:endParaRPr sz="9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9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(Main branch)</a:t>
              </a:r>
              <a:endParaRPr sz="9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7"/>
          <p:cNvGrpSpPr/>
          <p:nvPr/>
        </p:nvGrpSpPr>
        <p:grpSpPr>
          <a:xfrm>
            <a:off x="3027366" y="3254663"/>
            <a:ext cx="947640" cy="741072"/>
            <a:chOff x="5514383" y="1977858"/>
            <a:chExt cx="1375346" cy="1075546"/>
          </a:xfrm>
        </p:grpSpPr>
        <p:sp>
          <p:nvSpPr>
            <p:cNvPr id="462" name="Google Shape;462;p17"/>
            <p:cNvSpPr/>
            <p:nvPr/>
          </p:nvSpPr>
          <p:spPr>
            <a:xfrm>
              <a:off x="5985320" y="2570104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463" name="Google Shape;463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063907" y="2641201"/>
              <a:ext cx="337742" cy="337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17"/>
            <p:cNvSpPr txBox="1"/>
            <p:nvPr/>
          </p:nvSpPr>
          <p:spPr>
            <a:xfrm>
              <a:off x="5514383" y="1977858"/>
              <a:ext cx="1375346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9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Merge</a:t>
              </a:r>
              <a:endParaRPr sz="9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9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(Main branch)</a:t>
              </a:r>
              <a:endParaRPr sz="9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465" name="Google Shape;465;p17"/>
          <p:cNvSpPr txBox="1"/>
          <p:nvPr/>
        </p:nvSpPr>
        <p:spPr>
          <a:xfrm>
            <a:off x="4207136" y="3718087"/>
            <a:ext cx="1661707" cy="11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1000" b="1" dirty="0" err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程式人員主管決定進測</a:t>
            </a:r>
            <a:endParaRPr sz="1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9204505" y="3694289"/>
            <a:ext cx="738973" cy="1099674"/>
          </a:xfrm>
          <a:prstGeom prst="curvedLeftArrow">
            <a:avLst>
              <a:gd name="adj1" fmla="val 28013"/>
              <a:gd name="adj2" fmla="val 47593"/>
              <a:gd name="adj3" fmla="val 0"/>
            </a:avLst>
          </a:prstGeom>
          <a:solidFill>
            <a:srgbClr val="005D5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200" b="1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467" name="Google Shape;467;p17"/>
          <p:cNvSpPr/>
          <p:nvPr/>
        </p:nvSpPr>
        <p:spPr>
          <a:xfrm rot="5400000" flipH="1">
            <a:off x="4628474" y="134470"/>
            <a:ext cx="410311" cy="8962347"/>
          </a:xfrm>
          <a:prstGeom prst="downArrow">
            <a:avLst>
              <a:gd name="adj1" fmla="val 50000"/>
              <a:gd name="adj2" fmla="val 72735"/>
            </a:avLst>
          </a:prstGeom>
          <a:solidFill>
            <a:srgbClr val="005D5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80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468" name="Google Shape;468;p17"/>
          <p:cNvGrpSpPr/>
          <p:nvPr/>
        </p:nvGrpSpPr>
        <p:grpSpPr>
          <a:xfrm>
            <a:off x="7699478" y="4245634"/>
            <a:ext cx="790856" cy="1017697"/>
            <a:chOff x="3671713" y="3966566"/>
            <a:chExt cx="1147800" cy="1477023"/>
          </a:xfrm>
        </p:grpSpPr>
        <p:sp>
          <p:nvSpPr>
            <p:cNvPr id="469" name="Google Shape;469;p17"/>
            <p:cNvSpPr/>
            <p:nvPr/>
          </p:nvSpPr>
          <p:spPr>
            <a:xfrm>
              <a:off x="4056896" y="4286189"/>
              <a:ext cx="483300" cy="4833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470" name="Google Shape;470;p17" descr="篩選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40857" y="4370150"/>
              <a:ext cx="315504" cy="315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17"/>
            <p:cNvSpPr txBox="1"/>
            <p:nvPr/>
          </p:nvSpPr>
          <p:spPr>
            <a:xfrm>
              <a:off x="3991767" y="3966566"/>
              <a:ext cx="6369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Test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472" name="Google Shape;472;p17"/>
            <p:cNvCxnSpPr>
              <a:stCxn id="469" idx="4"/>
            </p:cNvCxnSpPr>
            <p:nvPr/>
          </p:nvCxnSpPr>
          <p:spPr>
            <a:xfrm>
              <a:off x="4298546" y="4769489"/>
              <a:ext cx="0" cy="6741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73" name="Google Shape;473;p17"/>
            <p:cNvSpPr/>
            <p:nvPr/>
          </p:nvSpPr>
          <p:spPr>
            <a:xfrm>
              <a:off x="3671713" y="4928571"/>
              <a:ext cx="1147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Unit Tests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17"/>
          <p:cNvGrpSpPr/>
          <p:nvPr/>
        </p:nvGrpSpPr>
        <p:grpSpPr>
          <a:xfrm>
            <a:off x="6807702" y="4225923"/>
            <a:ext cx="828683" cy="1067182"/>
            <a:chOff x="5271913" y="3928249"/>
            <a:chExt cx="1202700" cy="1548842"/>
          </a:xfrm>
        </p:grpSpPr>
        <p:sp>
          <p:nvSpPr>
            <p:cNvPr id="475" name="Google Shape;475;p17"/>
            <p:cNvSpPr/>
            <p:nvPr/>
          </p:nvSpPr>
          <p:spPr>
            <a:xfrm>
              <a:off x="5637324" y="4278208"/>
              <a:ext cx="483300" cy="4833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5775331" y="4415070"/>
              <a:ext cx="207538" cy="209701"/>
            </a:xfrm>
            <a:custGeom>
              <a:avLst/>
              <a:gdLst/>
              <a:ahLst/>
              <a:cxnLst/>
              <a:rect l="l" t="t" r="r" b="b"/>
              <a:pathLst>
                <a:path w="145" h="146" extrusionOk="0">
                  <a:moveTo>
                    <a:pt x="145" y="63"/>
                  </a:moveTo>
                  <a:cubicBezTo>
                    <a:pt x="145" y="84"/>
                    <a:pt x="145" y="84"/>
                    <a:pt x="145" y="84"/>
                  </a:cubicBezTo>
                  <a:cubicBezTo>
                    <a:pt x="145" y="84"/>
                    <a:pt x="144" y="85"/>
                    <a:pt x="144" y="86"/>
                  </a:cubicBezTo>
                  <a:cubicBezTo>
                    <a:pt x="144" y="87"/>
                    <a:pt x="143" y="87"/>
                    <a:pt x="142" y="87"/>
                  </a:cubicBezTo>
                  <a:cubicBezTo>
                    <a:pt x="125" y="90"/>
                    <a:pt x="125" y="90"/>
                    <a:pt x="125" y="90"/>
                  </a:cubicBezTo>
                  <a:cubicBezTo>
                    <a:pt x="123" y="93"/>
                    <a:pt x="122" y="96"/>
                    <a:pt x="121" y="98"/>
                  </a:cubicBezTo>
                  <a:cubicBezTo>
                    <a:pt x="123" y="101"/>
                    <a:pt x="127" y="106"/>
                    <a:pt x="131" y="111"/>
                  </a:cubicBezTo>
                  <a:cubicBezTo>
                    <a:pt x="132" y="112"/>
                    <a:pt x="132" y="113"/>
                    <a:pt x="132" y="114"/>
                  </a:cubicBezTo>
                  <a:cubicBezTo>
                    <a:pt x="132" y="115"/>
                    <a:pt x="132" y="115"/>
                    <a:pt x="131" y="116"/>
                  </a:cubicBezTo>
                  <a:cubicBezTo>
                    <a:pt x="129" y="118"/>
                    <a:pt x="126" y="122"/>
                    <a:pt x="122" y="126"/>
                  </a:cubicBezTo>
                  <a:cubicBezTo>
                    <a:pt x="117" y="131"/>
                    <a:pt x="114" y="133"/>
                    <a:pt x="113" y="133"/>
                  </a:cubicBezTo>
                  <a:cubicBezTo>
                    <a:pt x="112" y="133"/>
                    <a:pt x="111" y="133"/>
                    <a:pt x="110" y="132"/>
                  </a:cubicBezTo>
                  <a:cubicBezTo>
                    <a:pt x="97" y="122"/>
                    <a:pt x="97" y="122"/>
                    <a:pt x="97" y="122"/>
                  </a:cubicBezTo>
                  <a:cubicBezTo>
                    <a:pt x="95" y="123"/>
                    <a:pt x="92" y="124"/>
                    <a:pt x="89" y="125"/>
                  </a:cubicBezTo>
                  <a:cubicBezTo>
                    <a:pt x="88" y="134"/>
                    <a:pt x="87" y="140"/>
                    <a:pt x="86" y="143"/>
                  </a:cubicBezTo>
                  <a:cubicBezTo>
                    <a:pt x="86" y="145"/>
                    <a:pt x="84" y="146"/>
                    <a:pt x="83" y="146"/>
                  </a:cubicBezTo>
                  <a:cubicBezTo>
                    <a:pt x="62" y="146"/>
                    <a:pt x="62" y="146"/>
                    <a:pt x="62" y="146"/>
                  </a:cubicBezTo>
                  <a:cubicBezTo>
                    <a:pt x="61" y="146"/>
                    <a:pt x="60" y="145"/>
                    <a:pt x="59" y="145"/>
                  </a:cubicBezTo>
                  <a:cubicBezTo>
                    <a:pt x="59" y="144"/>
                    <a:pt x="58" y="144"/>
                    <a:pt x="58" y="143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52" y="124"/>
                    <a:pt x="50" y="123"/>
                    <a:pt x="47" y="122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3" y="133"/>
                    <a:pt x="32" y="133"/>
                    <a:pt x="31" y="133"/>
                  </a:cubicBezTo>
                  <a:cubicBezTo>
                    <a:pt x="31" y="133"/>
                    <a:pt x="30" y="132"/>
                    <a:pt x="29" y="132"/>
                  </a:cubicBezTo>
                  <a:cubicBezTo>
                    <a:pt x="21" y="125"/>
                    <a:pt x="16" y="119"/>
                    <a:pt x="13" y="116"/>
                  </a:cubicBezTo>
                  <a:cubicBezTo>
                    <a:pt x="13" y="115"/>
                    <a:pt x="13" y="115"/>
                    <a:pt x="13" y="114"/>
                  </a:cubicBezTo>
                  <a:cubicBezTo>
                    <a:pt x="13" y="113"/>
                    <a:pt x="13" y="112"/>
                    <a:pt x="14" y="112"/>
                  </a:cubicBezTo>
                  <a:cubicBezTo>
                    <a:pt x="14" y="110"/>
                    <a:pt x="16" y="108"/>
                    <a:pt x="18" y="105"/>
                  </a:cubicBezTo>
                  <a:cubicBezTo>
                    <a:pt x="21" y="102"/>
                    <a:pt x="22" y="100"/>
                    <a:pt x="23" y="99"/>
                  </a:cubicBezTo>
                  <a:cubicBezTo>
                    <a:pt x="22" y="95"/>
                    <a:pt x="20" y="92"/>
                    <a:pt x="20" y="89"/>
                  </a:cubicBezTo>
                  <a:cubicBezTo>
                    <a:pt x="2" y="87"/>
                    <a:pt x="2" y="87"/>
                    <a:pt x="2" y="87"/>
                  </a:cubicBezTo>
                  <a:cubicBezTo>
                    <a:pt x="1" y="87"/>
                    <a:pt x="1" y="86"/>
                    <a:pt x="0" y="85"/>
                  </a:cubicBezTo>
                  <a:cubicBezTo>
                    <a:pt x="0" y="85"/>
                    <a:pt x="0" y="84"/>
                    <a:pt x="0" y="8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2"/>
                    <a:pt x="0" y="61"/>
                    <a:pt x="0" y="60"/>
                  </a:cubicBezTo>
                  <a:cubicBezTo>
                    <a:pt x="1" y="59"/>
                    <a:pt x="1" y="59"/>
                    <a:pt x="2" y="59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1" y="53"/>
                    <a:pt x="22" y="50"/>
                    <a:pt x="23" y="48"/>
                  </a:cubicBezTo>
                  <a:cubicBezTo>
                    <a:pt x="21" y="44"/>
                    <a:pt x="17" y="40"/>
                    <a:pt x="13" y="34"/>
                  </a:cubicBezTo>
                  <a:cubicBezTo>
                    <a:pt x="13" y="34"/>
                    <a:pt x="12" y="33"/>
                    <a:pt x="12" y="32"/>
                  </a:cubicBezTo>
                  <a:cubicBezTo>
                    <a:pt x="12" y="32"/>
                    <a:pt x="13" y="31"/>
                    <a:pt x="13" y="30"/>
                  </a:cubicBezTo>
                  <a:cubicBezTo>
                    <a:pt x="15" y="28"/>
                    <a:pt x="18" y="24"/>
                    <a:pt x="22" y="20"/>
                  </a:cubicBezTo>
                  <a:cubicBezTo>
                    <a:pt x="27" y="15"/>
                    <a:pt x="30" y="13"/>
                    <a:pt x="31" y="13"/>
                  </a:cubicBezTo>
                  <a:cubicBezTo>
                    <a:pt x="32" y="13"/>
                    <a:pt x="33" y="13"/>
                    <a:pt x="34" y="1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50" y="23"/>
                    <a:pt x="53" y="22"/>
                    <a:pt x="55" y="21"/>
                  </a:cubicBezTo>
                  <a:cubicBezTo>
                    <a:pt x="57" y="12"/>
                    <a:pt x="57" y="6"/>
                    <a:pt x="58" y="3"/>
                  </a:cubicBezTo>
                  <a:cubicBezTo>
                    <a:pt x="59" y="1"/>
                    <a:pt x="60" y="0"/>
                    <a:pt x="62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4" y="0"/>
                    <a:pt x="84" y="1"/>
                    <a:pt x="85" y="1"/>
                  </a:cubicBezTo>
                  <a:cubicBezTo>
                    <a:pt x="86" y="2"/>
                    <a:pt x="86" y="2"/>
                    <a:pt x="86" y="3"/>
                  </a:cubicBezTo>
                  <a:cubicBezTo>
                    <a:pt x="89" y="21"/>
                    <a:pt x="89" y="21"/>
                    <a:pt x="89" y="21"/>
                  </a:cubicBezTo>
                  <a:cubicBezTo>
                    <a:pt x="92" y="22"/>
                    <a:pt x="95" y="23"/>
                    <a:pt x="97" y="2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1" y="13"/>
                    <a:pt x="112" y="13"/>
                    <a:pt x="113" y="13"/>
                  </a:cubicBezTo>
                  <a:cubicBezTo>
                    <a:pt x="114" y="13"/>
                    <a:pt x="114" y="13"/>
                    <a:pt x="115" y="14"/>
                  </a:cubicBezTo>
                  <a:cubicBezTo>
                    <a:pt x="123" y="22"/>
                    <a:pt x="129" y="27"/>
                    <a:pt x="131" y="30"/>
                  </a:cubicBezTo>
                  <a:cubicBezTo>
                    <a:pt x="131" y="31"/>
                    <a:pt x="132" y="31"/>
                    <a:pt x="132" y="32"/>
                  </a:cubicBezTo>
                  <a:cubicBezTo>
                    <a:pt x="132" y="33"/>
                    <a:pt x="131" y="34"/>
                    <a:pt x="131" y="34"/>
                  </a:cubicBezTo>
                  <a:cubicBezTo>
                    <a:pt x="130" y="36"/>
                    <a:pt x="128" y="38"/>
                    <a:pt x="126" y="41"/>
                  </a:cubicBezTo>
                  <a:cubicBezTo>
                    <a:pt x="124" y="44"/>
                    <a:pt x="122" y="46"/>
                    <a:pt x="121" y="47"/>
                  </a:cubicBezTo>
                  <a:cubicBezTo>
                    <a:pt x="122" y="50"/>
                    <a:pt x="124" y="54"/>
                    <a:pt x="125" y="57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43" y="59"/>
                    <a:pt x="144" y="60"/>
                    <a:pt x="144" y="60"/>
                  </a:cubicBezTo>
                  <a:cubicBezTo>
                    <a:pt x="144" y="61"/>
                    <a:pt x="145" y="62"/>
                    <a:pt x="145" y="63"/>
                  </a:cubicBezTo>
                  <a:close/>
                  <a:moveTo>
                    <a:pt x="89" y="90"/>
                  </a:moveTo>
                  <a:cubicBezTo>
                    <a:pt x="94" y="85"/>
                    <a:pt x="96" y="80"/>
                    <a:pt x="96" y="73"/>
                  </a:cubicBezTo>
                  <a:cubicBezTo>
                    <a:pt x="96" y="66"/>
                    <a:pt x="94" y="61"/>
                    <a:pt x="89" y="56"/>
                  </a:cubicBezTo>
                  <a:cubicBezTo>
                    <a:pt x="85" y="51"/>
                    <a:pt x="79" y="49"/>
                    <a:pt x="72" y="49"/>
                  </a:cubicBezTo>
                  <a:cubicBezTo>
                    <a:pt x="65" y="49"/>
                    <a:pt x="60" y="51"/>
                    <a:pt x="55" y="56"/>
                  </a:cubicBezTo>
                  <a:cubicBezTo>
                    <a:pt x="50" y="61"/>
                    <a:pt x="48" y="66"/>
                    <a:pt x="48" y="73"/>
                  </a:cubicBezTo>
                  <a:cubicBezTo>
                    <a:pt x="48" y="80"/>
                    <a:pt x="50" y="85"/>
                    <a:pt x="55" y="90"/>
                  </a:cubicBezTo>
                  <a:cubicBezTo>
                    <a:pt x="60" y="95"/>
                    <a:pt x="65" y="97"/>
                    <a:pt x="72" y="97"/>
                  </a:cubicBezTo>
                  <a:cubicBezTo>
                    <a:pt x="79" y="97"/>
                    <a:pt x="85" y="95"/>
                    <a:pt x="89" y="90"/>
                  </a:cubicBez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t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77" name="Google Shape;477;p17"/>
            <p:cNvSpPr txBox="1"/>
            <p:nvPr/>
          </p:nvSpPr>
          <p:spPr>
            <a:xfrm>
              <a:off x="5476479" y="3928249"/>
              <a:ext cx="797009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Build</a:t>
              </a:r>
              <a:endParaRPr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478" name="Google Shape;478;p17"/>
            <p:cNvCxnSpPr/>
            <p:nvPr/>
          </p:nvCxnSpPr>
          <p:spPr>
            <a:xfrm>
              <a:off x="5872459" y="4745691"/>
              <a:ext cx="0" cy="7314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79" name="Google Shape;479;p17"/>
            <p:cNvSpPr/>
            <p:nvPr/>
          </p:nvSpPr>
          <p:spPr>
            <a:xfrm>
              <a:off x="5271913" y="4928571"/>
              <a:ext cx="12027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Build Image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17"/>
          <p:cNvGrpSpPr/>
          <p:nvPr/>
        </p:nvGrpSpPr>
        <p:grpSpPr>
          <a:xfrm>
            <a:off x="5683353" y="4227945"/>
            <a:ext cx="1113524" cy="1160671"/>
            <a:chOff x="6694924" y="3943982"/>
            <a:chExt cx="1616100" cy="1684526"/>
          </a:xfrm>
        </p:grpSpPr>
        <p:cxnSp>
          <p:nvCxnSpPr>
            <p:cNvPr id="481" name="Google Shape;481;p17"/>
            <p:cNvCxnSpPr>
              <a:stCxn id="482" idx="4"/>
            </p:cNvCxnSpPr>
            <p:nvPr/>
          </p:nvCxnSpPr>
          <p:spPr>
            <a:xfrm>
              <a:off x="7501231" y="4761508"/>
              <a:ext cx="0" cy="8670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82" name="Google Shape;482;p17"/>
            <p:cNvSpPr/>
            <p:nvPr/>
          </p:nvSpPr>
          <p:spPr>
            <a:xfrm>
              <a:off x="7259581" y="4278208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7369878" y="4369064"/>
              <a:ext cx="260525" cy="300493"/>
            </a:xfrm>
            <a:custGeom>
              <a:avLst/>
              <a:gdLst/>
              <a:ahLst/>
              <a:cxnLst/>
              <a:rect l="l" t="t" r="r" b="b"/>
              <a:pathLst>
                <a:path w="1011749" h="1166962" extrusionOk="0">
                  <a:moveTo>
                    <a:pt x="474873" y="753071"/>
                  </a:moveTo>
                  <a:lnTo>
                    <a:pt x="142537" y="578096"/>
                  </a:lnTo>
                  <a:lnTo>
                    <a:pt x="57079" y="680973"/>
                  </a:lnTo>
                  <a:lnTo>
                    <a:pt x="140448" y="724954"/>
                  </a:lnTo>
                  <a:lnTo>
                    <a:pt x="142347" y="725714"/>
                  </a:lnTo>
                  <a:lnTo>
                    <a:pt x="144056" y="726474"/>
                  </a:lnTo>
                  <a:lnTo>
                    <a:pt x="145860" y="727614"/>
                  </a:lnTo>
                  <a:lnTo>
                    <a:pt x="147284" y="728564"/>
                  </a:lnTo>
                  <a:lnTo>
                    <a:pt x="409450" y="867252"/>
                  </a:lnTo>
                  <a:lnTo>
                    <a:pt x="475918" y="753261"/>
                  </a:lnTo>
                  <a:close/>
                  <a:moveTo>
                    <a:pt x="446387" y="517017"/>
                  </a:moveTo>
                  <a:cubicBezTo>
                    <a:pt x="446721" y="514144"/>
                    <a:pt x="447625" y="511367"/>
                    <a:pt x="449046" y="508847"/>
                  </a:cubicBezTo>
                  <a:cubicBezTo>
                    <a:pt x="450415" y="506337"/>
                    <a:pt x="452252" y="504112"/>
                    <a:pt x="454458" y="502293"/>
                  </a:cubicBezTo>
                  <a:cubicBezTo>
                    <a:pt x="456745" y="500485"/>
                    <a:pt x="459355" y="499131"/>
                    <a:pt x="462149" y="498303"/>
                  </a:cubicBezTo>
                  <a:cubicBezTo>
                    <a:pt x="464926" y="497522"/>
                    <a:pt x="467824" y="497264"/>
                    <a:pt x="470695" y="497543"/>
                  </a:cubicBezTo>
                  <a:cubicBezTo>
                    <a:pt x="473561" y="497846"/>
                    <a:pt x="476337" y="498718"/>
                    <a:pt x="478861" y="500108"/>
                  </a:cubicBezTo>
                  <a:cubicBezTo>
                    <a:pt x="481415" y="501492"/>
                    <a:pt x="483673" y="503364"/>
                    <a:pt x="485508" y="505618"/>
                  </a:cubicBezTo>
                  <a:cubicBezTo>
                    <a:pt x="489140" y="510213"/>
                    <a:pt x="490874" y="516026"/>
                    <a:pt x="490350" y="521861"/>
                  </a:cubicBezTo>
                  <a:lnTo>
                    <a:pt x="484843" y="571637"/>
                  </a:lnTo>
                  <a:lnTo>
                    <a:pt x="506303" y="592345"/>
                  </a:lnTo>
                  <a:lnTo>
                    <a:pt x="529946" y="567457"/>
                  </a:lnTo>
                  <a:lnTo>
                    <a:pt x="520925" y="520436"/>
                  </a:lnTo>
                  <a:cubicBezTo>
                    <a:pt x="520355" y="517679"/>
                    <a:pt x="520355" y="514835"/>
                    <a:pt x="520925" y="512077"/>
                  </a:cubicBezTo>
                  <a:cubicBezTo>
                    <a:pt x="521476" y="509218"/>
                    <a:pt x="522607" y="506502"/>
                    <a:pt x="524249" y="504098"/>
                  </a:cubicBezTo>
                  <a:cubicBezTo>
                    <a:pt x="525886" y="501684"/>
                    <a:pt x="527983" y="499618"/>
                    <a:pt x="530421" y="498018"/>
                  </a:cubicBezTo>
                  <a:cubicBezTo>
                    <a:pt x="532851" y="496445"/>
                    <a:pt x="535557" y="495349"/>
                    <a:pt x="538397" y="494789"/>
                  </a:cubicBezTo>
                  <a:cubicBezTo>
                    <a:pt x="541217" y="494218"/>
                    <a:pt x="544123" y="494218"/>
                    <a:pt x="546943" y="494789"/>
                  </a:cubicBezTo>
                  <a:cubicBezTo>
                    <a:pt x="549793" y="495414"/>
                    <a:pt x="552500" y="496574"/>
                    <a:pt x="554919" y="498208"/>
                  </a:cubicBezTo>
                  <a:cubicBezTo>
                    <a:pt x="557331" y="499846"/>
                    <a:pt x="559397" y="501944"/>
                    <a:pt x="560996" y="504383"/>
                  </a:cubicBezTo>
                  <a:cubicBezTo>
                    <a:pt x="562568" y="506814"/>
                    <a:pt x="563664" y="509522"/>
                    <a:pt x="564224" y="512362"/>
                  </a:cubicBezTo>
                  <a:lnTo>
                    <a:pt x="575429" y="570592"/>
                  </a:lnTo>
                  <a:cubicBezTo>
                    <a:pt x="575620" y="572265"/>
                    <a:pt x="575620" y="573954"/>
                    <a:pt x="575429" y="575627"/>
                  </a:cubicBezTo>
                  <a:cubicBezTo>
                    <a:pt x="575337" y="577332"/>
                    <a:pt x="575051" y="579022"/>
                    <a:pt x="574574" y="580661"/>
                  </a:cubicBezTo>
                  <a:cubicBezTo>
                    <a:pt x="574090" y="582314"/>
                    <a:pt x="573421" y="583908"/>
                    <a:pt x="572580" y="585411"/>
                  </a:cubicBezTo>
                  <a:cubicBezTo>
                    <a:pt x="571733" y="586942"/>
                    <a:pt x="570678" y="588348"/>
                    <a:pt x="569447" y="589590"/>
                  </a:cubicBezTo>
                  <a:lnTo>
                    <a:pt x="521970" y="639081"/>
                  </a:lnTo>
                  <a:cubicBezTo>
                    <a:pt x="519964" y="641137"/>
                    <a:pt x="517577" y="642782"/>
                    <a:pt x="514943" y="643926"/>
                  </a:cubicBezTo>
                  <a:cubicBezTo>
                    <a:pt x="512308" y="645085"/>
                    <a:pt x="509466" y="645698"/>
                    <a:pt x="506587" y="645731"/>
                  </a:cubicBezTo>
                  <a:lnTo>
                    <a:pt x="506113" y="645731"/>
                  </a:lnTo>
                  <a:cubicBezTo>
                    <a:pt x="503350" y="645751"/>
                    <a:pt x="500608" y="645235"/>
                    <a:pt x="498042" y="644211"/>
                  </a:cubicBezTo>
                  <a:cubicBezTo>
                    <a:pt x="495369" y="643163"/>
                    <a:pt x="492919" y="641616"/>
                    <a:pt x="490825" y="639651"/>
                  </a:cubicBezTo>
                  <a:lnTo>
                    <a:pt x="446007" y="596335"/>
                  </a:lnTo>
                  <a:cubicBezTo>
                    <a:pt x="444751" y="595171"/>
                    <a:pt x="443635" y="593864"/>
                    <a:pt x="442684" y="592440"/>
                  </a:cubicBezTo>
                  <a:lnTo>
                    <a:pt x="442684" y="592440"/>
                  </a:lnTo>
                  <a:cubicBezTo>
                    <a:pt x="441778" y="591098"/>
                    <a:pt x="441015" y="589666"/>
                    <a:pt x="440405" y="588166"/>
                  </a:cubicBezTo>
                  <a:cubicBezTo>
                    <a:pt x="439850" y="586526"/>
                    <a:pt x="439437" y="584842"/>
                    <a:pt x="439171" y="583131"/>
                  </a:cubicBezTo>
                  <a:lnTo>
                    <a:pt x="439171" y="583131"/>
                  </a:lnTo>
                  <a:cubicBezTo>
                    <a:pt x="438981" y="581490"/>
                    <a:pt x="438981" y="579833"/>
                    <a:pt x="439171" y="578191"/>
                  </a:cubicBezTo>
                  <a:lnTo>
                    <a:pt x="446387" y="517017"/>
                  </a:lnTo>
                  <a:close/>
                  <a:moveTo>
                    <a:pt x="493294" y="161557"/>
                  </a:moveTo>
                  <a:cubicBezTo>
                    <a:pt x="495611" y="160540"/>
                    <a:pt x="498030" y="159776"/>
                    <a:pt x="500510" y="159277"/>
                  </a:cubicBezTo>
                  <a:cubicBezTo>
                    <a:pt x="503012" y="158785"/>
                    <a:pt x="505556" y="158531"/>
                    <a:pt x="508107" y="158517"/>
                  </a:cubicBezTo>
                  <a:lnTo>
                    <a:pt x="508107" y="158517"/>
                  </a:lnTo>
                  <a:cubicBezTo>
                    <a:pt x="510501" y="158525"/>
                    <a:pt x="512887" y="158780"/>
                    <a:pt x="515228" y="159277"/>
                  </a:cubicBezTo>
                  <a:cubicBezTo>
                    <a:pt x="517705" y="159747"/>
                    <a:pt x="520124" y="160479"/>
                    <a:pt x="522445" y="161462"/>
                  </a:cubicBezTo>
                  <a:lnTo>
                    <a:pt x="522445" y="161462"/>
                  </a:lnTo>
                  <a:cubicBezTo>
                    <a:pt x="524683" y="162432"/>
                    <a:pt x="526841" y="163576"/>
                    <a:pt x="528901" y="164882"/>
                  </a:cubicBezTo>
                  <a:cubicBezTo>
                    <a:pt x="530998" y="166287"/>
                    <a:pt x="532940" y="167911"/>
                    <a:pt x="534694" y="169726"/>
                  </a:cubicBezTo>
                  <a:cubicBezTo>
                    <a:pt x="536509" y="171514"/>
                    <a:pt x="538133" y="173488"/>
                    <a:pt x="539536" y="175616"/>
                  </a:cubicBezTo>
                  <a:cubicBezTo>
                    <a:pt x="540929" y="177708"/>
                    <a:pt x="542107" y="179935"/>
                    <a:pt x="543050" y="182265"/>
                  </a:cubicBezTo>
                  <a:cubicBezTo>
                    <a:pt x="544067" y="184583"/>
                    <a:pt x="544830" y="187004"/>
                    <a:pt x="545328" y="189485"/>
                  </a:cubicBezTo>
                  <a:cubicBezTo>
                    <a:pt x="545816" y="191956"/>
                    <a:pt x="546071" y="194469"/>
                    <a:pt x="546088" y="196989"/>
                  </a:cubicBezTo>
                  <a:lnTo>
                    <a:pt x="546088" y="196989"/>
                  </a:lnTo>
                  <a:cubicBezTo>
                    <a:pt x="546080" y="199384"/>
                    <a:pt x="545826" y="201771"/>
                    <a:pt x="545328" y="204113"/>
                  </a:cubicBezTo>
                  <a:lnTo>
                    <a:pt x="545328" y="204113"/>
                  </a:lnTo>
                  <a:cubicBezTo>
                    <a:pt x="544877" y="206462"/>
                    <a:pt x="544178" y="208754"/>
                    <a:pt x="543239" y="210953"/>
                  </a:cubicBezTo>
                  <a:cubicBezTo>
                    <a:pt x="542301" y="213333"/>
                    <a:pt x="541091" y="215596"/>
                    <a:pt x="539631" y="217697"/>
                  </a:cubicBezTo>
                  <a:cubicBezTo>
                    <a:pt x="538290" y="219815"/>
                    <a:pt x="536695" y="221760"/>
                    <a:pt x="534884" y="223492"/>
                  </a:cubicBezTo>
                  <a:cubicBezTo>
                    <a:pt x="533097" y="225308"/>
                    <a:pt x="531123" y="226932"/>
                    <a:pt x="528996" y="228336"/>
                  </a:cubicBezTo>
                  <a:cubicBezTo>
                    <a:pt x="526906" y="229730"/>
                    <a:pt x="524678" y="230908"/>
                    <a:pt x="522350" y="231851"/>
                  </a:cubicBezTo>
                  <a:cubicBezTo>
                    <a:pt x="520033" y="232868"/>
                    <a:pt x="517613" y="233632"/>
                    <a:pt x="515133" y="234131"/>
                  </a:cubicBezTo>
                  <a:lnTo>
                    <a:pt x="515133" y="234131"/>
                  </a:lnTo>
                  <a:cubicBezTo>
                    <a:pt x="512725" y="234613"/>
                    <a:pt x="510277" y="234868"/>
                    <a:pt x="507822" y="234891"/>
                  </a:cubicBezTo>
                  <a:lnTo>
                    <a:pt x="507822" y="234891"/>
                  </a:lnTo>
                  <a:cubicBezTo>
                    <a:pt x="505428" y="234883"/>
                    <a:pt x="503042" y="234629"/>
                    <a:pt x="500700" y="234131"/>
                  </a:cubicBezTo>
                  <a:lnTo>
                    <a:pt x="500226" y="234131"/>
                  </a:lnTo>
                  <a:cubicBezTo>
                    <a:pt x="497913" y="233666"/>
                    <a:pt x="495654" y="232966"/>
                    <a:pt x="493484" y="232041"/>
                  </a:cubicBezTo>
                  <a:cubicBezTo>
                    <a:pt x="491125" y="231098"/>
                    <a:pt x="488866" y="229921"/>
                    <a:pt x="486742" y="228526"/>
                  </a:cubicBezTo>
                  <a:cubicBezTo>
                    <a:pt x="484664" y="227097"/>
                    <a:pt x="482725" y="225475"/>
                    <a:pt x="480950" y="223682"/>
                  </a:cubicBezTo>
                  <a:lnTo>
                    <a:pt x="480950" y="223682"/>
                  </a:lnTo>
                  <a:cubicBezTo>
                    <a:pt x="479250" y="221968"/>
                    <a:pt x="477724" y="220091"/>
                    <a:pt x="476392" y="218077"/>
                  </a:cubicBezTo>
                  <a:cubicBezTo>
                    <a:pt x="474999" y="215986"/>
                    <a:pt x="473822" y="213758"/>
                    <a:pt x="472879" y="211428"/>
                  </a:cubicBezTo>
                  <a:lnTo>
                    <a:pt x="472879" y="211428"/>
                  </a:lnTo>
                  <a:cubicBezTo>
                    <a:pt x="471936" y="209157"/>
                    <a:pt x="471205" y="206804"/>
                    <a:pt x="470695" y="204398"/>
                  </a:cubicBezTo>
                  <a:cubicBezTo>
                    <a:pt x="470203" y="201895"/>
                    <a:pt x="469949" y="199351"/>
                    <a:pt x="469936" y="196799"/>
                  </a:cubicBezTo>
                  <a:lnTo>
                    <a:pt x="469936" y="196799"/>
                  </a:lnTo>
                  <a:cubicBezTo>
                    <a:pt x="469943" y="194404"/>
                    <a:pt x="470198" y="192017"/>
                    <a:pt x="470695" y="189675"/>
                  </a:cubicBezTo>
                  <a:lnTo>
                    <a:pt x="470695" y="189675"/>
                  </a:lnTo>
                  <a:cubicBezTo>
                    <a:pt x="471159" y="187361"/>
                    <a:pt x="471859" y="185101"/>
                    <a:pt x="472784" y="182930"/>
                  </a:cubicBezTo>
                  <a:lnTo>
                    <a:pt x="472784" y="182930"/>
                  </a:lnTo>
                  <a:cubicBezTo>
                    <a:pt x="473754" y="180691"/>
                    <a:pt x="474897" y="178532"/>
                    <a:pt x="476202" y="176471"/>
                  </a:cubicBezTo>
                  <a:cubicBezTo>
                    <a:pt x="477631" y="174391"/>
                    <a:pt x="479252" y="172452"/>
                    <a:pt x="481045" y="170676"/>
                  </a:cubicBezTo>
                  <a:cubicBezTo>
                    <a:pt x="482832" y="168859"/>
                    <a:pt x="484805" y="167236"/>
                    <a:pt x="486932" y="165832"/>
                  </a:cubicBezTo>
                  <a:cubicBezTo>
                    <a:pt x="489023" y="164438"/>
                    <a:pt x="491250" y="163260"/>
                    <a:pt x="493579" y="162317"/>
                  </a:cubicBezTo>
                  <a:close/>
                  <a:moveTo>
                    <a:pt x="412679" y="335962"/>
                  </a:moveTo>
                  <a:cubicBezTo>
                    <a:pt x="410020" y="330168"/>
                    <a:pt x="407456" y="324373"/>
                    <a:pt x="405177" y="318674"/>
                  </a:cubicBezTo>
                  <a:cubicBezTo>
                    <a:pt x="402898" y="312974"/>
                    <a:pt x="399860" y="305280"/>
                    <a:pt x="397581" y="298820"/>
                  </a:cubicBezTo>
                  <a:cubicBezTo>
                    <a:pt x="395302" y="292361"/>
                    <a:pt x="392833" y="284857"/>
                    <a:pt x="390934" y="277922"/>
                  </a:cubicBezTo>
                  <a:cubicBezTo>
                    <a:pt x="389035" y="270988"/>
                    <a:pt x="387231" y="264148"/>
                    <a:pt x="385807" y="257404"/>
                  </a:cubicBezTo>
                  <a:cubicBezTo>
                    <a:pt x="384383" y="250659"/>
                    <a:pt x="382958" y="242205"/>
                    <a:pt x="382104" y="234796"/>
                  </a:cubicBezTo>
                  <a:cubicBezTo>
                    <a:pt x="381157" y="227484"/>
                    <a:pt x="380586" y="220128"/>
                    <a:pt x="380395" y="212758"/>
                  </a:cubicBezTo>
                  <a:cubicBezTo>
                    <a:pt x="380170" y="205503"/>
                    <a:pt x="380328" y="198242"/>
                    <a:pt x="380869" y="191005"/>
                  </a:cubicBezTo>
                  <a:cubicBezTo>
                    <a:pt x="381337" y="183871"/>
                    <a:pt x="382193" y="176767"/>
                    <a:pt x="383433" y="169726"/>
                  </a:cubicBezTo>
                  <a:cubicBezTo>
                    <a:pt x="384696" y="162394"/>
                    <a:pt x="386344" y="155133"/>
                    <a:pt x="388371" y="147973"/>
                  </a:cubicBezTo>
                  <a:cubicBezTo>
                    <a:pt x="390460" y="140849"/>
                    <a:pt x="392833" y="133724"/>
                    <a:pt x="395682" y="126695"/>
                  </a:cubicBezTo>
                  <a:cubicBezTo>
                    <a:pt x="398497" y="119575"/>
                    <a:pt x="401667" y="112600"/>
                    <a:pt x="405177" y="105797"/>
                  </a:cubicBezTo>
                  <a:lnTo>
                    <a:pt x="405177" y="105797"/>
                  </a:lnTo>
                  <a:cubicBezTo>
                    <a:pt x="409073" y="98841"/>
                    <a:pt x="413320" y="92088"/>
                    <a:pt x="417901" y="85564"/>
                  </a:cubicBezTo>
                  <a:cubicBezTo>
                    <a:pt x="422174" y="79009"/>
                    <a:pt x="426827" y="72360"/>
                    <a:pt x="431954" y="65900"/>
                  </a:cubicBezTo>
                  <a:cubicBezTo>
                    <a:pt x="437082" y="59441"/>
                    <a:pt x="442494" y="52791"/>
                    <a:pt x="448191" y="46427"/>
                  </a:cubicBezTo>
                  <a:cubicBezTo>
                    <a:pt x="453888" y="40062"/>
                    <a:pt x="460155" y="33603"/>
                    <a:pt x="467182" y="27429"/>
                  </a:cubicBezTo>
                  <a:cubicBezTo>
                    <a:pt x="474208" y="21254"/>
                    <a:pt x="480665" y="14700"/>
                    <a:pt x="487977" y="8430"/>
                  </a:cubicBezTo>
                  <a:cubicBezTo>
                    <a:pt x="489171" y="6972"/>
                    <a:pt x="490507" y="5635"/>
                    <a:pt x="491965" y="4441"/>
                  </a:cubicBezTo>
                  <a:cubicBezTo>
                    <a:pt x="493650" y="3415"/>
                    <a:pt x="495430" y="2556"/>
                    <a:pt x="497282" y="1876"/>
                  </a:cubicBezTo>
                  <a:lnTo>
                    <a:pt x="497282" y="1876"/>
                  </a:lnTo>
                  <a:cubicBezTo>
                    <a:pt x="499236" y="1054"/>
                    <a:pt x="501274" y="449"/>
                    <a:pt x="503359" y="71"/>
                  </a:cubicBezTo>
                  <a:lnTo>
                    <a:pt x="503359" y="71"/>
                  </a:lnTo>
                  <a:cubicBezTo>
                    <a:pt x="505099" y="-24"/>
                    <a:pt x="506842" y="-24"/>
                    <a:pt x="508581" y="71"/>
                  </a:cubicBezTo>
                  <a:cubicBezTo>
                    <a:pt x="510463" y="153"/>
                    <a:pt x="512335" y="376"/>
                    <a:pt x="514184" y="736"/>
                  </a:cubicBezTo>
                  <a:cubicBezTo>
                    <a:pt x="517819" y="1418"/>
                    <a:pt x="521298" y="2771"/>
                    <a:pt x="524439" y="4725"/>
                  </a:cubicBezTo>
                  <a:cubicBezTo>
                    <a:pt x="525961" y="5665"/>
                    <a:pt x="527392" y="6747"/>
                    <a:pt x="528712" y="7955"/>
                  </a:cubicBezTo>
                  <a:cubicBezTo>
                    <a:pt x="536783" y="14700"/>
                    <a:pt x="544379" y="21444"/>
                    <a:pt x="551500" y="28283"/>
                  </a:cubicBezTo>
                  <a:cubicBezTo>
                    <a:pt x="558622" y="35123"/>
                    <a:pt x="565269" y="41962"/>
                    <a:pt x="571346" y="48802"/>
                  </a:cubicBezTo>
                  <a:cubicBezTo>
                    <a:pt x="577423" y="55641"/>
                    <a:pt x="583310" y="62576"/>
                    <a:pt x="588817" y="69510"/>
                  </a:cubicBezTo>
                  <a:lnTo>
                    <a:pt x="588817" y="69510"/>
                  </a:lnTo>
                  <a:cubicBezTo>
                    <a:pt x="593945" y="76349"/>
                    <a:pt x="598312" y="83189"/>
                    <a:pt x="602870" y="90123"/>
                  </a:cubicBezTo>
                  <a:cubicBezTo>
                    <a:pt x="607428" y="97058"/>
                    <a:pt x="611036" y="104372"/>
                    <a:pt x="614549" y="111591"/>
                  </a:cubicBezTo>
                  <a:cubicBezTo>
                    <a:pt x="618080" y="118677"/>
                    <a:pt x="621249" y="125938"/>
                    <a:pt x="624045" y="133344"/>
                  </a:cubicBezTo>
                  <a:cubicBezTo>
                    <a:pt x="626577" y="140628"/>
                    <a:pt x="628761" y="147942"/>
                    <a:pt x="630596" y="155288"/>
                  </a:cubicBezTo>
                  <a:cubicBezTo>
                    <a:pt x="632318" y="162653"/>
                    <a:pt x="633649" y="170104"/>
                    <a:pt x="634584" y="177611"/>
                  </a:cubicBezTo>
                  <a:lnTo>
                    <a:pt x="634584" y="178656"/>
                  </a:lnTo>
                  <a:cubicBezTo>
                    <a:pt x="635439" y="185590"/>
                    <a:pt x="635914" y="192524"/>
                    <a:pt x="636199" y="199459"/>
                  </a:cubicBezTo>
                  <a:cubicBezTo>
                    <a:pt x="636484" y="206393"/>
                    <a:pt x="636199" y="213708"/>
                    <a:pt x="636199" y="220737"/>
                  </a:cubicBezTo>
                  <a:cubicBezTo>
                    <a:pt x="636199" y="227766"/>
                    <a:pt x="635059" y="235176"/>
                    <a:pt x="634015" y="242300"/>
                  </a:cubicBezTo>
                  <a:cubicBezTo>
                    <a:pt x="632970" y="249425"/>
                    <a:pt x="631736" y="256834"/>
                    <a:pt x="630217" y="264053"/>
                  </a:cubicBezTo>
                  <a:cubicBezTo>
                    <a:pt x="628697" y="271273"/>
                    <a:pt x="627178" y="276972"/>
                    <a:pt x="625374" y="283717"/>
                  </a:cubicBezTo>
                  <a:cubicBezTo>
                    <a:pt x="623570" y="290461"/>
                    <a:pt x="621481" y="297110"/>
                    <a:pt x="619392" y="303475"/>
                  </a:cubicBezTo>
                  <a:cubicBezTo>
                    <a:pt x="617303" y="309839"/>
                    <a:pt x="615214" y="315634"/>
                    <a:pt x="612745" y="322473"/>
                  </a:cubicBezTo>
                  <a:cubicBezTo>
                    <a:pt x="610276" y="329313"/>
                    <a:pt x="608662" y="333207"/>
                    <a:pt x="606478" y="338717"/>
                  </a:cubicBezTo>
                  <a:cubicBezTo>
                    <a:pt x="610656" y="342897"/>
                    <a:pt x="615024" y="347076"/>
                    <a:pt x="619487" y="351256"/>
                  </a:cubicBezTo>
                  <a:cubicBezTo>
                    <a:pt x="630990" y="361878"/>
                    <a:pt x="641956" y="373069"/>
                    <a:pt x="652341" y="384788"/>
                  </a:cubicBezTo>
                  <a:cubicBezTo>
                    <a:pt x="653184" y="385760"/>
                    <a:pt x="653977" y="386774"/>
                    <a:pt x="654715" y="387828"/>
                  </a:cubicBezTo>
                  <a:cubicBezTo>
                    <a:pt x="655490" y="388899"/>
                    <a:pt x="656158" y="390045"/>
                    <a:pt x="656709" y="391247"/>
                  </a:cubicBezTo>
                  <a:cubicBezTo>
                    <a:pt x="657382" y="392385"/>
                    <a:pt x="657923" y="393597"/>
                    <a:pt x="658323" y="394857"/>
                  </a:cubicBezTo>
                  <a:cubicBezTo>
                    <a:pt x="658816" y="396054"/>
                    <a:pt x="659197" y="397295"/>
                    <a:pt x="659462" y="398562"/>
                  </a:cubicBezTo>
                  <a:cubicBezTo>
                    <a:pt x="659462" y="399797"/>
                    <a:pt x="659462" y="401127"/>
                    <a:pt x="660127" y="402551"/>
                  </a:cubicBezTo>
                  <a:cubicBezTo>
                    <a:pt x="660222" y="403912"/>
                    <a:pt x="660222" y="405276"/>
                    <a:pt x="660127" y="406636"/>
                  </a:cubicBezTo>
                  <a:cubicBezTo>
                    <a:pt x="660228" y="407964"/>
                    <a:pt x="660228" y="409298"/>
                    <a:pt x="660127" y="410626"/>
                  </a:cubicBezTo>
                  <a:lnTo>
                    <a:pt x="660127" y="410626"/>
                  </a:lnTo>
                  <a:cubicBezTo>
                    <a:pt x="659940" y="411779"/>
                    <a:pt x="659685" y="412921"/>
                    <a:pt x="659367" y="414046"/>
                  </a:cubicBezTo>
                  <a:lnTo>
                    <a:pt x="653005" y="437034"/>
                  </a:lnTo>
                  <a:cubicBezTo>
                    <a:pt x="649492" y="452327"/>
                    <a:pt x="645979" y="467811"/>
                    <a:pt x="641991" y="483390"/>
                  </a:cubicBezTo>
                  <a:lnTo>
                    <a:pt x="641991" y="483390"/>
                  </a:lnTo>
                  <a:cubicBezTo>
                    <a:pt x="641468" y="485318"/>
                    <a:pt x="640769" y="487194"/>
                    <a:pt x="639902" y="488994"/>
                  </a:cubicBezTo>
                  <a:cubicBezTo>
                    <a:pt x="638991" y="490813"/>
                    <a:pt x="637944" y="492559"/>
                    <a:pt x="636768" y="494219"/>
                  </a:cubicBezTo>
                  <a:lnTo>
                    <a:pt x="636768" y="494219"/>
                  </a:lnTo>
                  <a:cubicBezTo>
                    <a:pt x="635654" y="495713"/>
                    <a:pt x="634380" y="497083"/>
                    <a:pt x="632970" y="498303"/>
                  </a:cubicBezTo>
                  <a:cubicBezTo>
                    <a:pt x="631513" y="499663"/>
                    <a:pt x="629921" y="500872"/>
                    <a:pt x="628223" y="501913"/>
                  </a:cubicBezTo>
                  <a:cubicBezTo>
                    <a:pt x="626517" y="502988"/>
                    <a:pt x="624704" y="503880"/>
                    <a:pt x="622810" y="504573"/>
                  </a:cubicBezTo>
                  <a:cubicBezTo>
                    <a:pt x="620973" y="505308"/>
                    <a:pt x="619063" y="505848"/>
                    <a:pt x="617113" y="506188"/>
                  </a:cubicBezTo>
                  <a:cubicBezTo>
                    <a:pt x="615158" y="506422"/>
                    <a:pt x="613181" y="506422"/>
                    <a:pt x="611226" y="506188"/>
                  </a:cubicBezTo>
                  <a:cubicBezTo>
                    <a:pt x="609330" y="506332"/>
                    <a:pt x="607425" y="506332"/>
                    <a:pt x="605529" y="506188"/>
                  </a:cubicBezTo>
                  <a:lnTo>
                    <a:pt x="603440" y="505713"/>
                  </a:lnTo>
                  <a:lnTo>
                    <a:pt x="600591" y="504763"/>
                  </a:lnTo>
                  <a:cubicBezTo>
                    <a:pt x="597145" y="503590"/>
                    <a:pt x="593931" y="501822"/>
                    <a:pt x="591096" y="499538"/>
                  </a:cubicBezTo>
                  <a:cubicBezTo>
                    <a:pt x="577065" y="488352"/>
                    <a:pt x="562245" y="478193"/>
                    <a:pt x="546753" y="469141"/>
                  </a:cubicBezTo>
                  <a:cubicBezTo>
                    <a:pt x="537283" y="463494"/>
                    <a:pt x="526678" y="460023"/>
                    <a:pt x="515703" y="458977"/>
                  </a:cubicBezTo>
                  <a:cubicBezTo>
                    <a:pt x="505086" y="458855"/>
                    <a:pt x="494555" y="460891"/>
                    <a:pt x="484748" y="464961"/>
                  </a:cubicBezTo>
                  <a:cubicBezTo>
                    <a:pt x="472784" y="469426"/>
                    <a:pt x="458636" y="476360"/>
                    <a:pt x="440880" y="485004"/>
                  </a:cubicBezTo>
                  <a:cubicBezTo>
                    <a:pt x="440308" y="485280"/>
                    <a:pt x="439701" y="485472"/>
                    <a:pt x="439076" y="485574"/>
                  </a:cubicBezTo>
                  <a:lnTo>
                    <a:pt x="438601" y="485574"/>
                  </a:lnTo>
                  <a:lnTo>
                    <a:pt x="435657" y="487284"/>
                  </a:lnTo>
                  <a:lnTo>
                    <a:pt x="435657" y="487284"/>
                  </a:lnTo>
                  <a:lnTo>
                    <a:pt x="431384" y="489469"/>
                  </a:lnTo>
                  <a:lnTo>
                    <a:pt x="414483" y="497638"/>
                  </a:lnTo>
                  <a:cubicBezTo>
                    <a:pt x="412604" y="498573"/>
                    <a:pt x="410630" y="499305"/>
                    <a:pt x="408596" y="499823"/>
                  </a:cubicBezTo>
                  <a:cubicBezTo>
                    <a:pt x="406564" y="500286"/>
                    <a:pt x="404501" y="500603"/>
                    <a:pt x="402424" y="500773"/>
                  </a:cubicBezTo>
                  <a:cubicBezTo>
                    <a:pt x="398261" y="500992"/>
                    <a:pt x="394097" y="500379"/>
                    <a:pt x="390175" y="498968"/>
                  </a:cubicBezTo>
                  <a:cubicBezTo>
                    <a:pt x="386255" y="497547"/>
                    <a:pt x="382645" y="495387"/>
                    <a:pt x="379540" y="492604"/>
                  </a:cubicBezTo>
                  <a:cubicBezTo>
                    <a:pt x="377974" y="491224"/>
                    <a:pt x="376543" y="489697"/>
                    <a:pt x="375267" y="488044"/>
                  </a:cubicBezTo>
                  <a:lnTo>
                    <a:pt x="375267" y="488044"/>
                  </a:lnTo>
                  <a:cubicBezTo>
                    <a:pt x="374092" y="486418"/>
                    <a:pt x="373044" y="484703"/>
                    <a:pt x="372134" y="482915"/>
                  </a:cubicBezTo>
                  <a:cubicBezTo>
                    <a:pt x="370875" y="480194"/>
                    <a:pt x="369981" y="477320"/>
                    <a:pt x="369475" y="474365"/>
                  </a:cubicBezTo>
                  <a:cubicBezTo>
                    <a:pt x="364822" y="453467"/>
                    <a:pt x="359980" y="426869"/>
                    <a:pt x="357321" y="405496"/>
                  </a:cubicBezTo>
                  <a:cubicBezTo>
                    <a:pt x="357227" y="404295"/>
                    <a:pt x="357227" y="403088"/>
                    <a:pt x="357321" y="401887"/>
                  </a:cubicBezTo>
                  <a:lnTo>
                    <a:pt x="357321" y="401887"/>
                  </a:lnTo>
                  <a:cubicBezTo>
                    <a:pt x="357226" y="400622"/>
                    <a:pt x="357226" y="399351"/>
                    <a:pt x="357321" y="398087"/>
                  </a:cubicBezTo>
                  <a:lnTo>
                    <a:pt x="357321" y="398087"/>
                  </a:lnTo>
                  <a:lnTo>
                    <a:pt x="357891" y="394382"/>
                  </a:lnTo>
                  <a:cubicBezTo>
                    <a:pt x="357891" y="393052"/>
                    <a:pt x="358555" y="391817"/>
                    <a:pt x="358935" y="390582"/>
                  </a:cubicBezTo>
                  <a:cubicBezTo>
                    <a:pt x="359315" y="389348"/>
                    <a:pt x="359885" y="388113"/>
                    <a:pt x="360454" y="386878"/>
                  </a:cubicBezTo>
                  <a:cubicBezTo>
                    <a:pt x="361052" y="385651"/>
                    <a:pt x="361750" y="384475"/>
                    <a:pt x="362543" y="383363"/>
                  </a:cubicBezTo>
                  <a:lnTo>
                    <a:pt x="362543" y="383363"/>
                  </a:lnTo>
                  <a:cubicBezTo>
                    <a:pt x="363218" y="382343"/>
                    <a:pt x="363947" y="381360"/>
                    <a:pt x="364727" y="380418"/>
                  </a:cubicBezTo>
                  <a:lnTo>
                    <a:pt x="367576" y="377569"/>
                  </a:lnTo>
                  <a:lnTo>
                    <a:pt x="413153" y="336057"/>
                  </a:lnTo>
                  <a:close/>
                  <a:moveTo>
                    <a:pt x="429011" y="248380"/>
                  </a:moveTo>
                  <a:cubicBezTo>
                    <a:pt x="430435" y="254839"/>
                    <a:pt x="432049" y="261394"/>
                    <a:pt x="433948" y="267948"/>
                  </a:cubicBezTo>
                  <a:cubicBezTo>
                    <a:pt x="435847" y="274502"/>
                    <a:pt x="438126" y="281342"/>
                    <a:pt x="440690" y="288276"/>
                  </a:cubicBezTo>
                  <a:cubicBezTo>
                    <a:pt x="443254" y="295211"/>
                    <a:pt x="446102" y="302335"/>
                    <a:pt x="449236" y="309459"/>
                  </a:cubicBezTo>
                  <a:cubicBezTo>
                    <a:pt x="452369" y="316584"/>
                    <a:pt x="455693" y="323803"/>
                    <a:pt x="459491" y="331403"/>
                  </a:cubicBezTo>
                  <a:lnTo>
                    <a:pt x="459491" y="331403"/>
                  </a:lnTo>
                  <a:cubicBezTo>
                    <a:pt x="460453" y="333511"/>
                    <a:pt x="461092" y="335753"/>
                    <a:pt x="461390" y="338052"/>
                  </a:cubicBezTo>
                  <a:cubicBezTo>
                    <a:pt x="462301" y="345155"/>
                    <a:pt x="459676" y="352252"/>
                    <a:pt x="454363" y="357050"/>
                  </a:cubicBezTo>
                  <a:lnTo>
                    <a:pt x="401759" y="405686"/>
                  </a:lnTo>
                  <a:lnTo>
                    <a:pt x="409830" y="451567"/>
                  </a:lnTo>
                  <a:cubicBezTo>
                    <a:pt x="413818" y="449572"/>
                    <a:pt x="418091" y="447293"/>
                    <a:pt x="422174" y="445488"/>
                  </a:cubicBezTo>
                  <a:cubicBezTo>
                    <a:pt x="443444" y="435229"/>
                    <a:pt x="460155" y="426489"/>
                    <a:pt x="475348" y="421455"/>
                  </a:cubicBezTo>
                  <a:cubicBezTo>
                    <a:pt x="488776" y="415944"/>
                    <a:pt x="503185" y="413229"/>
                    <a:pt x="517697" y="413476"/>
                  </a:cubicBezTo>
                  <a:cubicBezTo>
                    <a:pt x="531969" y="414321"/>
                    <a:pt x="545880" y="418311"/>
                    <a:pt x="558432" y="425160"/>
                  </a:cubicBezTo>
                  <a:cubicBezTo>
                    <a:pt x="574229" y="433609"/>
                    <a:pt x="589314" y="443331"/>
                    <a:pt x="603535" y="454227"/>
                  </a:cubicBezTo>
                  <a:lnTo>
                    <a:pt x="614075" y="409676"/>
                  </a:lnTo>
                  <a:lnTo>
                    <a:pt x="563939" y="359520"/>
                  </a:lnTo>
                  <a:lnTo>
                    <a:pt x="563275" y="358760"/>
                  </a:lnTo>
                  <a:cubicBezTo>
                    <a:pt x="561912" y="357245"/>
                    <a:pt x="560761" y="355551"/>
                    <a:pt x="559856" y="353726"/>
                  </a:cubicBezTo>
                  <a:cubicBezTo>
                    <a:pt x="558942" y="351931"/>
                    <a:pt x="558302" y="350011"/>
                    <a:pt x="557957" y="348026"/>
                  </a:cubicBezTo>
                  <a:lnTo>
                    <a:pt x="557957" y="347551"/>
                  </a:lnTo>
                  <a:cubicBezTo>
                    <a:pt x="557621" y="345507"/>
                    <a:pt x="557621" y="343421"/>
                    <a:pt x="557957" y="341377"/>
                  </a:cubicBezTo>
                  <a:cubicBezTo>
                    <a:pt x="558181" y="339218"/>
                    <a:pt x="558725" y="337105"/>
                    <a:pt x="559571" y="335107"/>
                  </a:cubicBezTo>
                  <a:lnTo>
                    <a:pt x="559571" y="335107"/>
                  </a:lnTo>
                  <a:cubicBezTo>
                    <a:pt x="562610" y="327983"/>
                    <a:pt x="565459" y="321143"/>
                    <a:pt x="568022" y="314589"/>
                  </a:cubicBezTo>
                  <a:cubicBezTo>
                    <a:pt x="570586" y="308035"/>
                    <a:pt x="573055" y="301290"/>
                    <a:pt x="575334" y="294451"/>
                  </a:cubicBezTo>
                  <a:cubicBezTo>
                    <a:pt x="577613" y="287611"/>
                    <a:pt x="579702" y="281247"/>
                    <a:pt x="581506" y="274787"/>
                  </a:cubicBezTo>
                  <a:cubicBezTo>
                    <a:pt x="583310" y="268328"/>
                    <a:pt x="584924" y="261868"/>
                    <a:pt x="586253" y="255789"/>
                  </a:cubicBezTo>
                  <a:cubicBezTo>
                    <a:pt x="587583" y="249710"/>
                    <a:pt x="588722" y="243440"/>
                    <a:pt x="589577" y="237456"/>
                  </a:cubicBezTo>
                  <a:cubicBezTo>
                    <a:pt x="590431" y="231471"/>
                    <a:pt x="591001" y="225392"/>
                    <a:pt x="591381" y="219407"/>
                  </a:cubicBezTo>
                  <a:cubicBezTo>
                    <a:pt x="591761" y="213423"/>
                    <a:pt x="591856" y="207628"/>
                    <a:pt x="591381" y="201834"/>
                  </a:cubicBezTo>
                  <a:cubicBezTo>
                    <a:pt x="591272" y="196050"/>
                    <a:pt x="590828" y="190277"/>
                    <a:pt x="590051" y="184545"/>
                  </a:cubicBezTo>
                  <a:lnTo>
                    <a:pt x="590051" y="183975"/>
                  </a:lnTo>
                  <a:cubicBezTo>
                    <a:pt x="588514" y="172019"/>
                    <a:pt x="585681" y="160266"/>
                    <a:pt x="581601" y="148923"/>
                  </a:cubicBezTo>
                  <a:cubicBezTo>
                    <a:pt x="579497" y="142977"/>
                    <a:pt x="577088" y="137142"/>
                    <a:pt x="574384" y="131445"/>
                  </a:cubicBezTo>
                  <a:cubicBezTo>
                    <a:pt x="571514" y="125494"/>
                    <a:pt x="568344" y="119692"/>
                    <a:pt x="564889" y="114061"/>
                  </a:cubicBezTo>
                  <a:cubicBezTo>
                    <a:pt x="561281" y="108267"/>
                    <a:pt x="557387" y="102472"/>
                    <a:pt x="553020" y="96678"/>
                  </a:cubicBezTo>
                  <a:cubicBezTo>
                    <a:pt x="548652" y="90883"/>
                    <a:pt x="543524" y="85089"/>
                    <a:pt x="538777" y="79199"/>
                  </a:cubicBezTo>
                  <a:cubicBezTo>
                    <a:pt x="534029" y="73310"/>
                    <a:pt x="528617" y="68275"/>
                    <a:pt x="523014" y="62861"/>
                  </a:cubicBezTo>
                  <a:cubicBezTo>
                    <a:pt x="517412" y="57446"/>
                    <a:pt x="513519" y="53361"/>
                    <a:pt x="508012" y="48897"/>
                  </a:cubicBezTo>
                  <a:cubicBezTo>
                    <a:pt x="503264" y="53171"/>
                    <a:pt x="498516" y="57446"/>
                    <a:pt x="494528" y="61626"/>
                  </a:cubicBezTo>
                  <a:cubicBezTo>
                    <a:pt x="490540" y="65805"/>
                    <a:pt x="484368" y="71125"/>
                    <a:pt x="480001" y="76064"/>
                  </a:cubicBezTo>
                  <a:cubicBezTo>
                    <a:pt x="475633" y="81004"/>
                    <a:pt x="470505" y="87083"/>
                    <a:pt x="466137" y="92593"/>
                  </a:cubicBezTo>
                  <a:cubicBezTo>
                    <a:pt x="461770" y="98103"/>
                    <a:pt x="457971" y="103517"/>
                    <a:pt x="454458" y="109122"/>
                  </a:cubicBezTo>
                  <a:cubicBezTo>
                    <a:pt x="450945" y="114726"/>
                    <a:pt x="447527" y="120141"/>
                    <a:pt x="444963" y="125745"/>
                  </a:cubicBezTo>
                  <a:cubicBezTo>
                    <a:pt x="442399" y="131350"/>
                    <a:pt x="439076" y="137239"/>
                    <a:pt x="436892" y="142559"/>
                  </a:cubicBezTo>
                  <a:cubicBezTo>
                    <a:pt x="434636" y="148110"/>
                    <a:pt x="432702" y="153788"/>
                    <a:pt x="431100" y="159562"/>
                  </a:cubicBezTo>
                  <a:cubicBezTo>
                    <a:pt x="429484" y="165333"/>
                    <a:pt x="428248" y="171204"/>
                    <a:pt x="427396" y="177136"/>
                  </a:cubicBezTo>
                  <a:cubicBezTo>
                    <a:pt x="426373" y="182791"/>
                    <a:pt x="425676" y="188500"/>
                    <a:pt x="425307" y="194234"/>
                  </a:cubicBezTo>
                  <a:cubicBezTo>
                    <a:pt x="425307" y="200124"/>
                    <a:pt x="424738" y="205918"/>
                    <a:pt x="425307" y="211808"/>
                  </a:cubicBezTo>
                  <a:cubicBezTo>
                    <a:pt x="425877" y="217697"/>
                    <a:pt x="425972" y="223587"/>
                    <a:pt x="426732" y="229761"/>
                  </a:cubicBezTo>
                  <a:cubicBezTo>
                    <a:pt x="427491" y="235936"/>
                    <a:pt x="428536" y="242205"/>
                    <a:pt x="429770" y="248760"/>
                  </a:cubicBezTo>
                  <a:close/>
                  <a:moveTo>
                    <a:pt x="883172" y="528511"/>
                  </a:moveTo>
                  <a:cubicBezTo>
                    <a:pt x="884355" y="529041"/>
                    <a:pt x="885471" y="529710"/>
                    <a:pt x="886496" y="530506"/>
                  </a:cubicBezTo>
                  <a:cubicBezTo>
                    <a:pt x="887562" y="531257"/>
                    <a:pt x="888548" y="532117"/>
                    <a:pt x="889439" y="533070"/>
                  </a:cubicBezTo>
                  <a:cubicBezTo>
                    <a:pt x="890218" y="533914"/>
                    <a:pt x="890947" y="534802"/>
                    <a:pt x="891623" y="535730"/>
                  </a:cubicBezTo>
                  <a:cubicBezTo>
                    <a:pt x="892154" y="536519"/>
                    <a:pt x="892630" y="537345"/>
                    <a:pt x="893047" y="538200"/>
                  </a:cubicBezTo>
                  <a:lnTo>
                    <a:pt x="1006611" y="673563"/>
                  </a:lnTo>
                  <a:cubicBezTo>
                    <a:pt x="1008472" y="675755"/>
                    <a:pt x="1009868" y="678311"/>
                    <a:pt x="1010694" y="681068"/>
                  </a:cubicBezTo>
                  <a:cubicBezTo>
                    <a:pt x="1011615" y="683817"/>
                    <a:pt x="1011938" y="686732"/>
                    <a:pt x="1011644" y="689617"/>
                  </a:cubicBezTo>
                  <a:cubicBezTo>
                    <a:pt x="1011426" y="692535"/>
                    <a:pt x="1010618" y="695379"/>
                    <a:pt x="1009270" y="697976"/>
                  </a:cubicBezTo>
                  <a:lnTo>
                    <a:pt x="1009270" y="697976"/>
                  </a:lnTo>
                  <a:cubicBezTo>
                    <a:pt x="1007941" y="700403"/>
                    <a:pt x="1006165" y="702561"/>
                    <a:pt x="1004048" y="704341"/>
                  </a:cubicBezTo>
                  <a:lnTo>
                    <a:pt x="1001864" y="705955"/>
                  </a:lnTo>
                  <a:cubicBezTo>
                    <a:pt x="1001171" y="706423"/>
                    <a:pt x="1000439" y="706836"/>
                    <a:pt x="999680" y="707190"/>
                  </a:cubicBezTo>
                  <a:lnTo>
                    <a:pt x="902163" y="758676"/>
                  </a:lnTo>
                  <a:lnTo>
                    <a:pt x="902163" y="955024"/>
                  </a:lnTo>
                  <a:cubicBezTo>
                    <a:pt x="902188" y="957181"/>
                    <a:pt x="901868" y="959327"/>
                    <a:pt x="901213" y="961389"/>
                  </a:cubicBezTo>
                  <a:cubicBezTo>
                    <a:pt x="900588" y="963478"/>
                    <a:pt x="899661" y="965464"/>
                    <a:pt x="898460" y="967278"/>
                  </a:cubicBezTo>
                  <a:cubicBezTo>
                    <a:pt x="897294" y="969074"/>
                    <a:pt x="895851" y="970679"/>
                    <a:pt x="894187" y="972028"/>
                  </a:cubicBezTo>
                  <a:cubicBezTo>
                    <a:pt x="892569" y="973367"/>
                    <a:pt x="890781" y="974488"/>
                    <a:pt x="888869" y="975352"/>
                  </a:cubicBezTo>
                  <a:lnTo>
                    <a:pt x="522350" y="1161347"/>
                  </a:lnTo>
                  <a:cubicBezTo>
                    <a:pt x="521583" y="1162144"/>
                    <a:pt x="520722" y="1162847"/>
                    <a:pt x="519786" y="1163436"/>
                  </a:cubicBezTo>
                  <a:cubicBezTo>
                    <a:pt x="518669" y="1164196"/>
                    <a:pt x="517494" y="1164861"/>
                    <a:pt x="516273" y="1165431"/>
                  </a:cubicBezTo>
                  <a:cubicBezTo>
                    <a:pt x="514866" y="1166049"/>
                    <a:pt x="513404" y="1166524"/>
                    <a:pt x="511905" y="1166856"/>
                  </a:cubicBezTo>
                  <a:lnTo>
                    <a:pt x="511905" y="1166856"/>
                  </a:lnTo>
                  <a:cubicBezTo>
                    <a:pt x="510452" y="1166999"/>
                    <a:pt x="508990" y="1166999"/>
                    <a:pt x="507537" y="1166856"/>
                  </a:cubicBezTo>
                  <a:cubicBezTo>
                    <a:pt x="505512" y="1166866"/>
                    <a:pt x="503497" y="1166581"/>
                    <a:pt x="501555" y="1166001"/>
                  </a:cubicBezTo>
                  <a:cubicBezTo>
                    <a:pt x="499589" y="1165469"/>
                    <a:pt x="497705" y="1164671"/>
                    <a:pt x="495953" y="1163626"/>
                  </a:cubicBezTo>
                  <a:cubicBezTo>
                    <a:pt x="494502" y="1162705"/>
                    <a:pt x="493163" y="1161622"/>
                    <a:pt x="491965" y="1160397"/>
                  </a:cubicBezTo>
                  <a:lnTo>
                    <a:pt x="491965" y="1160397"/>
                  </a:lnTo>
                  <a:cubicBezTo>
                    <a:pt x="491162" y="1159608"/>
                    <a:pt x="490431" y="1158753"/>
                    <a:pt x="489781" y="1157832"/>
                  </a:cubicBezTo>
                  <a:lnTo>
                    <a:pt x="123546" y="974783"/>
                  </a:lnTo>
                  <a:cubicBezTo>
                    <a:pt x="121741" y="973842"/>
                    <a:pt x="120052" y="972693"/>
                    <a:pt x="118513" y="971363"/>
                  </a:cubicBezTo>
                  <a:cubicBezTo>
                    <a:pt x="117045" y="969957"/>
                    <a:pt x="115767" y="968361"/>
                    <a:pt x="114715" y="966613"/>
                  </a:cubicBezTo>
                  <a:cubicBezTo>
                    <a:pt x="113698" y="965084"/>
                    <a:pt x="112900" y="963421"/>
                    <a:pt x="112341" y="961674"/>
                  </a:cubicBezTo>
                  <a:cubicBezTo>
                    <a:pt x="111842" y="960002"/>
                    <a:pt x="111524" y="958282"/>
                    <a:pt x="111392" y="956544"/>
                  </a:cubicBezTo>
                  <a:lnTo>
                    <a:pt x="111392" y="760006"/>
                  </a:lnTo>
                  <a:lnTo>
                    <a:pt x="11406" y="707000"/>
                  </a:lnTo>
                  <a:cubicBezTo>
                    <a:pt x="10129" y="706256"/>
                    <a:pt x="8921" y="705397"/>
                    <a:pt x="7798" y="704436"/>
                  </a:cubicBezTo>
                  <a:cubicBezTo>
                    <a:pt x="5698" y="702624"/>
                    <a:pt x="3958" y="700433"/>
                    <a:pt x="2670" y="697976"/>
                  </a:cubicBezTo>
                  <a:cubicBezTo>
                    <a:pt x="1273" y="695386"/>
                    <a:pt x="402" y="692546"/>
                    <a:pt x="107" y="689617"/>
                  </a:cubicBezTo>
                  <a:cubicBezTo>
                    <a:pt x="-190" y="686732"/>
                    <a:pt x="134" y="683817"/>
                    <a:pt x="1056" y="681068"/>
                  </a:cubicBezTo>
                  <a:cubicBezTo>
                    <a:pt x="1922" y="678326"/>
                    <a:pt x="3308" y="675779"/>
                    <a:pt x="5139" y="673563"/>
                  </a:cubicBezTo>
                  <a:lnTo>
                    <a:pt x="120318" y="535825"/>
                  </a:lnTo>
                  <a:cubicBezTo>
                    <a:pt x="120685" y="535285"/>
                    <a:pt x="121133" y="534804"/>
                    <a:pt x="121647" y="534400"/>
                  </a:cubicBezTo>
                  <a:lnTo>
                    <a:pt x="123451" y="532785"/>
                  </a:lnTo>
                  <a:lnTo>
                    <a:pt x="125160" y="531645"/>
                  </a:lnTo>
                  <a:lnTo>
                    <a:pt x="126490" y="530886"/>
                  </a:lnTo>
                  <a:cubicBezTo>
                    <a:pt x="127274" y="530262"/>
                    <a:pt x="128099" y="529691"/>
                    <a:pt x="128958" y="529176"/>
                  </a:cubicBezTo>
                  <a:lnTo>
                    <a:pt x="130288" y="528511"/>
                  </a:lnTo>
                  <a:lnTo>
                    <a:pt x="306331" y="441023"/>
                  </a:lnTo>
                  <a:cubicBezTo>
                    <a:pt x="308909" y="439729"/>
                    <a:pt x="311716" y="438955"/>
                    <a:pt x="314592" y="438743"/>
                  </a:cubicBezTo>
                  <a:cubicBezTo>
                    <a:pt x="317488" y="438541"/>
                    <a:pt x="320396" y="438929"/>
                    <a:pt x="323138" y="439883"/>
                  </a:cubicBezTo>
                  <a:cubicBezTo>
                    <a:pt x="325889" y="440815"/>
                    <a:pt x="328435" y="442266"/>
                    <a:pt x="330639" y="444158"/>
                  </a:cubicBezTo>
                  <a:cubicBezTo>
                    <a:pt x="332788" y="446095"/>
                    <a:pt x="334559" y="448414"/>
                    <a:pt x="335861" y="450997"/>
                  </a:cubicBezTo>
                  <a:lnTo>
                    <a:pt x="335861" y="450997"/>
                  </a:lnTo>
                  <a:cubicBezTo>
                    <a:pt x="337084" y="453597"/>
                    <a:pt x="337823" y="456398"/>
                    <a:pt x="338045" y="459262"/>
                  </a:cubicBezTo>
                  <a:cubicBezTo>
                    <a:pt x="338147" y="462124"/>
                    <a:pt x="337762" y="464983"/>
                    <a:pt x="336906" y="467716"/>
                  </a:cubicBezTo>
                  <a:cubicBezTo>
                    <a:pt x="335886" y="470410"/>
                    <a:pt x="334373" y="472891"/>
                    <a:pt x="332443" y="475030"/>
                  </a:cubicBezTo>
                  <a:cubicBezTo>
                    <a:pt x="330548" y="477224"/>
                    <a:pt x="328221" y="479002"/>
                    <a:pt x="325607" y="480255"/>
                  </a:cubicBezTo>
                  <a:lnTo>
                    <a:pt x="185076" y="551024"/>
                  </a:lnTo>
                  <a:lnTo>
                    <a:pt x="505828" y="719254"/>
                  </a:lnTo>
                  <a:lnTo>
                    <a:pt x="827625" y="550074"/>
                  </a:lnTo>
                  <a:lnTo>
                    <a:pt x="688518" y="480920"/>
                  </a:lnTo>
                  <a:cubicBezTo>
                    <a:pt x="685921" y="479640"/>
                    <a:pt x="683598" y="477866"/>
                    <a:pt x="681681" y="475695"/>
                  </a:cubicBezTo>
                  <a:cubicBezTo>
                    <a:pt x="679766" y="473491"/>
                    <a:pt x="678284" y="470946"/>
                    <a:pt x="677313" y="468191"/>
                  </a:cubicBezTo>
                  <a:cubicBezTo>
                    <a:pt x="676443" y="465429"/>
                    <a:pt x="676089" y="462531"/>
                    <a:pt x="676269" y="459642"/>
                  </a:cubicBezTo>
                  <a:cubicBezTo>
                    <a:pt x="676398" y="456732"/>
                    <a:pt x="677143" y="453883"/>
                    <a:pt x="678453" y="451282"/>
                  </a:cubicBezTo>
                  <a:cubicBezTo>
                    <a:pt x="679756" y="448699"/>
                    <a:pt x="681527" y="446380"/>
                    <a:pt x="683675" y="444443"/>
                  </a:cubicBezTo>
                  <a:cubicBezTo>
                    <a:pt x="685893" y="442570"/>
                    <a:pt x="688435" y="441120"/>
                    <a:pt x="691177" y="440168"/>
                  </a:cubicBezTo>
                  <a:cubicBezTo>
                    <a:pt x="693920" y="439219"/>
                    <a:pt x="696826" y="438832"/>
                    <a:pt x="699722" y="439028"/>
                  </a:cubicBezTo>
                  <a:cubicBezTo>
                    <a:pt x="702627" y="439252"/>
                    <a:pt x="705462" y="440025"/>
                    <a:pt x="708078" y="441308"/>
                  </a:cubicBezTo>
                  <a:lnTo>
                    <a:pt x="883172" y="528511"/>
                  </a:lnTo>
                  <a:close/>
                  <a:moveTo>
                    <a:pt x="485318" y="1106631"/>
                  </a:moveTo>
                  <a:lnTo>
                    <a:pt x="485318" y="823080"/>
                  </a:lnTo>
                  <a:lnTo>
                    <a:pt x="436892" y="907718"/>
                  </a:lnTo>
                  <a:cubicBezTo>
                    <a:pt x="435509" y="910139"/>
                    <a:pt x="433672" y="912267"/>
                    <a:pt x="431479" y="913988"/>
                  </a:cubicBezTo>
                  <a:cubicBezTo>
                    <a:pt x="429267" y="915725"/>
                    <a:pt x="426757" y="917045"/>
                    <a:pt x="424073" y="917882"/>
                  </a:cubicBezTo>
                  <a:lnTo>
                    <a:pt x="424073" y="917882"/>
                  </a:lnTo>
                  <a:cubicBezTo>
                    <a:pt x="421426" y="918661"/>
                    <a:pt x="418652" y="918919"/>
                    <a:pt x="415907" y="918642"/>
                  </a:cubicBezTo>
                  <a:cubicBezTo>
                    <a:pt x="413064" y="918351"/>
                    <a:pt x="410297" y="917546"/>
                    <a:pt x="407741" y="916267"/>
                  </a:cubicBezTo>
                  <a:lnTo>
                    <a:pt x="156020" y="783279"/>
                  </a:lnTo>
                  <a:lnTo>
                    <a:pt x="156020" y="941440"/>
                  </a:lnTo>
                  <a:lnTo>
                    <a:pt x="486267" y="1106631"/>
                  </a:lnTo>
                  <a:close/>
                  <a:moveTo>
                    <a:pt x="529566" y="829635"/>
                  </a:moveTo>
                  <a:lnTo>
                    <a:pt x="529566" y="1108246"/>
                  </a:lnTo>
                  <a:lnTo>
                    <a:pt x="858199" y="941535"/>
                  </a:lnTo>
                  <a:lnTo>
                    <a:pt x="858199" y="782139"/>
                  </a:lnTo>
                  <a:lnTo>
                    <a:pt x="604579" y="916267"/>
                  </a:lnTo>
                  <a:cubicBezTo>
                    <a:pt x="602023" y="917546"/>
                    <a:pt x="599256" y="918351"/>
                    <a:pt x="596413" y="918642"/>
                  </a:cubicBezTo>
                  <a:lnTo>
                    <a:pt x="596413" y="918642"/>
                  </a:lnTo>
                  <a:cubicBezTo>
                    <a:pt x="593605" y="918918"/>
                    <a:pt x="590770" y="918659"/>
                    <a:pt x="588057" y="917882"/>
                  </a:cubicBezTo>
                  <a:cubicBezTo>
                    <a:pt x="585338" y="917012"/>
                    <a:pt x="582798" y="915661"/>
                    <a:pt x="580556" y="913893"/>
                  </a:cubicBezTo>
                  <a:cubicBezTo>
                    <a:pt x="578361" y="912137"/>
                    <a:pt x="576523" y="909977"/>
                    <a:pt x="575144" y="907528"/>
                  </a:cubicBezTo>
                  <a:lnTo>
                    <a:pt x="529946" y="829635"/>
                  </a:lnTo>
                  <a:close/>
                  <a:moveTo>
                    <a:pt x="869119" y="578096"/>
                  </a:moveTo>
                  <a:lnTo>
                    <a:pt x="536783" y="753071"/>
                  </a:lnTo>
                  <a:lnTo>
                    <a:pt x="603250" y="867062"/>
                  </a:lnTo>
                  <a:lnTo>
                    <a:pt x="955621" y="680783"/>
                  </a:lnTo>
                  <a:lnTo>
                    <a:pt x="870164" y="577906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84" name="Google Shape;484;p17"/>
            <p:cNvSpPr txBox="1"/>
            <p:nvPr/>
          </p:nvSpPr>
          <p:spPr>
            <a:xfrm>
              <a:off x="6694924" y="3943982"/>
              <a:ext cx="16161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Release Image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6872113" y="5239257"/>
              <a:ext cx="12027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Push &amp; Tag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6873309" y="4917873"/>
              <a:ext cx="12027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Image </a:t>
              </a:r>
              <a:r>
                <a:rPr lang="en-US" sz="100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簽章</a:t>
              </a:r>
              <a:endParaRPr sz="1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7"/>
          <p:cNvGrpSpPr/>
          <p:nvPr/>
        </p:nvGrpSpPr>
        <p:grpSpPr>
          <a:xfrm>
            <a:off x="3782240" y="4225923"/>
            <a:ext cx="939684" cy="1361124"/>
            <a:chOff x="8439231" y="3951368"/>
            <a:chExt cx="1363800" cy="1975452"/>
          </a:xfrm>
        </p:grpSpPr>
        <p:cxnSp>
          <p:nvCxnSpPr>
            <p:cNvPr id="488" name="Google Shape;488;p17"/>
            <p:cNvCxnSpPr/>
            <p:nvPr/>
          </p:nvCxnSpPr>
          <p:spPr>
            <a:xfrm>
              <a:off x="9126560" y="4775120"/>
              <a:ext cx="0" cy="11517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89" name="Google Shape;489;p17"/>
            <p:cNvSpPr/>
            <p:nvPr/>
          </p:nvSpPr>
          <p:spPr>
            <a:xfrm>
              <a:off x="8891216" y="428800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9001513" y="4378863"/>
              <a:ext cx="260525" cy="300493"/>
            </a:xfrm>
            <a:custGeom>
              <a:avLst/>
              <a:gdLst/>
              <a:ahLst/>
              <a:cxnLst/>
              <a:rect l="l" t="t" r="r" b="b"/>
              <a:pathLst>
                <a:path w="1011749" h="1166962" extrusionOk="0">
                  <a:moveTo>
                    <a:pt x="474873" y="753071"/>
                  </a:moveTo>
                  <a:lnTo>
                    <a:pt x="142537" y="578096"/>
                  </a:lnTo>
                  <a:lnTo>
                    <a:pt x="57079" y="680973"/>
                  </a:lnTo>
                  <a:lnTo>
                    <a:pt x="140448" y="724954"/>
                  </a:lnTo>
                  <a:lnTo>
                    <a:pt x="142347" y="725714"/>
                  </a:lnTo>
                  <a:lnTo>
                    <a:pt x="144056" y="726474"/>
                  </a:lnTo>
                  <a:lnTo>
                    <a:pt x="145860" y="727614"/>
                  </a:lnTo>
                  <a:lnTo>
                    <a:pt x="147284" y="728564"/>
                  </a:lnTo>
                  <a:lnTo>
                    <a:pt x="409450" y="867252"/>
                  </a:lnTo>
                  <a:lnTo>
                    <a:pt x="475918" y="753261"/>
                  </a:lnTo>
                  <a:close/>
                  <a:moveTo>
                    <a:pt x="446387" y="517017"/>
                  </a:moveTo>
                  <a:cubicBezTo>
                    <a:pt x="446721" y="514144"/>
                    <a:pt x="447625" y="511367"/>
                    <a:pt x="449046" y="508847"/>
                  </a:cubicBezTo>
                  <a:cubicBezTo>
                    <a:pt x="450415" y="506337"/>
                    <a:pt x="452252" y="504112"/>
                    <a:pt x="454458" y="502293"/>
                  </a:cubicBezTo>
                  <a:cubicBezTo>
                    <a:pt x="456745" y="500485"/>
                    <a:pt x="459355" y="499131"/>
                    <a:pt x="462149" y="498303"/>
                  </a:cubicBezTo>
                  <a:cubicBezTo>
                    <a:pt x="464926" y="497522"/>
                    <a:pt x="467824" y="497264"/>
                    <a:pt x="470695" y="497543"/>
                  </a:cubicBezTo>
                  <a:cubicBezTo>
                    <a:pt x="473561" y="497846"/>
                    <a:pt x="476337" y="498718"/>
                    <a:pt x="478861" y="500108"/>
                  </a:cubicBezTo>
                  <a:cubicBezTo>
                    <a:pt x="481415" y="501492"/>
                    <a:pt x="483673" y="503364"/>
                    <a:pt x="485508" y="505618"/>
                  </a:cubicBezTo>
                  <a:cubicBezTo>
                    <a:pt x="489140" y="510213"/>
                    <a:pt x="490874" y="516026"/>
                    <a:pt x="490350" y="521861"/>
                  </a:cubicBezTo>
                  <a:lnTo>
                    <a:pt x="484843" y="571637"/>
                  </a:lnTo>
                  <a:lnTo>
                    <a:pt x="506303" y="592345"/>
                  </a:lnTo>
                  <a:lnTo>
                    <a:pt x="529946" y="567457"/>
                  </a:lnTo>
                  <a:lnTo>
                    <a:pt x="520925" y="520436"/>
                  </a:lnTo>
                  <a:cubicBezTo>
                    <a:pt x="520355" y="517679"/>
                    <a:pt x="520355" y="514835"/>
                    <a:pt x="520925" y="512077"/>
                  </a:cubicBezTo>
                  <a:cubicBezTo>
                    <a:pt x="521476" y="509218"/>
                    <a:pt x="522607" y="506502"/>
                    <a:pt x="524249" y="504098"/>
                  </a:cubicBezTo>
                  <a:cubicBezTo>
                    <a:pt x="525886" y="501684"/>
                    <a:pt x="527983" y="499618"/>
                    <a:pt x="530421" y="498018"/>
                  </a:cubicBezTo>
                  <a:cubicBezTo>
                    <a:pt x="532851" y="496445"/>
                    <a:pt x="535557" y="495349"/>
                    <a:pt x="538397" y="494789"/>
                  </a:cubicBezTo>
                  <a:cubicBezTo>
                    <a:pt x="541217" y="494218"/>
                    <a:pt x="544123" y="494218"/>
                    <a:pt x="546943" y="494789"/>
                  </a:cubicBezTo>
                  <a:cubicBezTo>
                    <a:pt x="549793" y="495414"/>
                    <a:pt x="552500" y="496574"/>
                    <a:pt x="554919" y="498208"/>
                  </a:cubicBezTo>
                  <a:cubicBezTo>
                    <a:pt x="557331" y="499846"/>
                    <a:pt x="559397" y="501944"/>
                    <a:pt x="560996" y="504383"/>
                  </a:cubicBezTo>
                  <a:cubicBezTo>
                    <a:pt x="562568" y="506814"/>
                    <a:pt x="563664" y="509522"/>
                    <a:pt x="564224" y="512362"/>
                  </a:cubicBezTo>
                  <a:lnTo>
                    <a:pt x="575429" y="570592"/>
                  </a:lnTo>
                  <a:cubicBezTo>
                    <a:pt x="575620" y="572265"/>
                    <a:pt x="575620" y="573954"/>
                    <a:pt x="575429" y="575627"/>
                  </a:cubicBezTo>
                  <a:cubicBezTo>
                    <a:pt x="575337" y="577332"/>
                    <a:pt x="575051" y="579022"/>
                    <a:pt x="574574" y="580661"/>
                  </a:cubicBezTo>
                  <a:cubicBezTo>
                    <a:pt x="574090" y="582314"/>
                    <a:pt x="573421" y="583908"/>
                    <a:pt x="572580" y="585411"/>
                  </a:cubicBezTo>
                  <a:cubicBezTo>
                    <a:pt x="571733" y="586942"/>
                    <a:pt x="570678" y="588348"/>
                    <a:pt x="569447" y="589590"/>
                  </a:cubicBezTo>
                  <a:lnTo>
                    <a:pt x="521970" y="639081"/>
                  </a:lnTo>
                  <a:cubicBezTo>
                    <a:pt x="519964" y="641137"/>
                    <a:pt x="517577" y="642782"/>
                    <a:pt x="514943" y="643926"/>
                  </a:cubicBezTo>
                  <a:cubicBezTo>
                    <a:pt x="512308" y="645085"/>
                    <a:pt x="509466" y="645698"/>
                    <a:pt x="506587" y="645731"/>
                  </a:cubicBezTo>
                  <a:lnTo>
                    <a:pt x="506113" y="645731"/>
                  </a:lnTo>
                  <a:cubicBezTo>
                    <a:pt x="503350" y="645751"/>
                    <a:pt x="500608" y="645235"/>
                    <a:pt x="498042" y="644211"/>
                  </a:cubicBezTo>
                  <a:cubicBezTo>
                    <a:pt x="495369" y="643163"/>
                    <a:pt x="492919" y="641616"/>
                    <a:pt x="490825" y="639651"/>
                  </a:cubicBezTo>
                  <a:lnTo>
                    <a:pt x="446007" y="596335"/>
                  </a:lnTo>
                  <a:cubicBezTo>
                    <a:pt x="444751" y="595171"/>
                    <a:pt x="443635" y="593864"/>
                    <a:pt x="442684" y="592440"/>
                  </a:cubicBezTo>
                  <a:lnTo>
                    <a:pt x="442684" y="592440"/>
                  </a:lnTo>
                  <a:cubicBezTo>
                    <a:pt x="441778" y="591098"/>
                    <a:pt x="441015" y="589666"/>
                    <a:pt x="440405" y="588166"/>
                  </a:cubicBezTo>
                  <a:cubicBezTo>
                    <a:pt x="439850" y="586526"/>
                    <a:pt x="439437" y="584842"/>
                    <a:pt x="439171" y="583131"/>
                  </a:cubicBezTo>
                  <a:lnTo>
                    <a:pt x="439171" y="583131"/>
                  </a:lnTo>
                  <a:cubicBezTo>
                    <a:pt x="438981" y="581490"/>
                    <a:pt x="438981" y="579833"/>
                    <a:pt x="439171" y="578191"/>
                  </a:cubicBezTo>
                  <a:lnTo>
                    <a:pt x="446387" y="517017"/>
                  </a:lnTo>
                  <a:close/>
                  <a:moveTo>
                    <a:pt x="493294" y="161557"/>
                  </a:moveTo>
                  <a:cubicBezTo>
                    <a:pt x="495611" y="160540"/>
                    <a:pt x="498030" y="159776"/>
                    <a:pt x="500510" y="159277"/>
                  </a:cubicBezTo>
                  <a:cubicBezTo>
                    <a:pt x="503012" y="158785"/>
                    <a:pt x="505556" y="158531"/>
                    <a:pt x="508107" y="158517"/>
                  </a:cubicBezTo>
                  <a:lnTo>
                    <a:pt x="508107" y="158517"/>
                  </a:lnTo>
                  <a:cubicBezTo>
                    <a:pt x="510501" y="158525"/>
                    <a:pt x="512887" y="158780"/>
                    <a:pt x="515228" y="159277"/>
                  </a:cubicBezTo>
                  <a:cubicBezTo>
                    <a:pt x="517705" y="159747"/>
                    <a:pt x="520124" y="160479"/>
                    <a:pt x="522445" y="161462"/>
                  </a:cubicBezTo>
                  <a:lnTo>
                    <a:pt x="522445" y="161462"/>
                  </a:lnTo>
                  <a:cubicBezTo>
                    <a:pt x="524683" y="162432"/>
                    <a:pt x="526841" y="163576"/>
                    <a:pt x="528901" y="164882"/>
                  </a:cubicBezTo>
                  <a:cubicBezTo>
                    <a:pt x="530998" y="166287"/>
                    <a:pt x="532940" y="167911"/>
                    <a:pt x="534694" y="169726"/>
                  </a:cubicBezTo>
                  <a:cubicBezTo>
                    <a:pt x="536509" y="171514"/>
                    <a:pt x="538133" y="173488"/>
                    <a:pt x="539536" y="175616"/>
                  </a:cubicBezTo>
                  <a:cubicBezTo>
                    <a:pt x="540929" y="177708"/>
                    <a:pt x="542107" y="179935"/>
                    <a:pt x="543050" y="182265"/>
                  </a:cubicBezTo>
                  <a:cubicBezTo>
                    <a:pt x="544067" y="184583"/>
                    <a:pt x="544830" y="187004"/>
                    <a:pt x="545328" y="189485"/>
                  </a:cubicBezTo>
                  <a:cubicBezTo>
                    <a:pt x="545816" y="191956"/>
                    <a:pt x="546071" y="194469"/>
                    <a:pt x="546088" y="196989"/>
                  </a:cubicBezTo>
                  <a:lnTo>
                    <a:pt x="546088" y="196989"/>
                  </a:lnTo>
                  <a:cubicBezTo>
                    <a:pt x="546080" y="199384"/>
                    <a:pt x="545826" y="201771"/>
                    <a:pt x="545328" y="204113"/>
                  </a:cubicBezTo>
                  <a:lnTo>
                    <a:pt x="545328" y="204113"/>
                  </a:lnTo>
                  <a:cubicBezTo>
                    <a:pt x="544877" y="206462"/>
                    <a:pt x="544178" y="208754"/>
                    <a:pt x="543239" y="210953"/>
                  </a:cubicBezTo>
                  <a:cubicBezTo>
                    <a:pt x="542301" y="213333"/>
                    <a:pt x="541091" y="215596"/>
                    <a:pt x="539631" y="217697"/>
                  </a:cubicBezTo>
                  <a:cubicBezTo>
                    <a:pt x="538290" y="219815"/>
                    <a:pt x="536695" y="221760"/>
                    <a:pt x="534884" y="223492"/>
                  </a:cubicBezTo>
                  <a:cubicBezTo>
                    <a:pt x="533097" y="225308"/>
                    <a:pt x="531123" y="226932"/>
                    <a:pt x="528996" y="228336"/>
                  </a:cubicBezTo>
                  <a:cubicBezTo>
                    <a:pt x="526906" y="229730"/>
                    <a:pt x="524678" y="230908"/>
                    <a:pt x="522350" y="231851"/>
                  </a:cubicBezTo>
                  <a:cubicBezTo>
                    <a:pt x="520033" y="232868"/>
                    <a:pt x="517613" y="233632"/>
                    <a:pt x="515133" y="234131"/>
                  </a:cubicBezTo>
                  <a:lnTo>
                    <a:pt x="515133" y="234131"/>
                  </a:lnTo>
                  <a:cubicBezTo>
                    <a:pt x="512725" y="234613"/>
                    <a:pt x="510277" y="234868"/>
                    <a:pt x="507822" y="234891"/>
                  </a:cubicBezTo>
                  <a:lnTo>
                    <a:pt x="507822" y="234891"/>
                  </a:lnTo>
                  <a:cubicBezTo>
                    <a:pt x="505428" y="234883"/>
                    <a:pt x="503042" y="234629"/>
                    <a:pt x="500700" y="234131"/>
                  </a:cubicBezTo>
                  <a:lnTo>
                    <a:pt x="500226" y="234131"/>
                  </a:lnTo>
                  <a:cubicBezTo>
                    <a:pt x="497913" y="233666"/>
                    <a:pt x="495654" y="232966"/>
                    <a:pt x="493484" y="232041"/>
                  </a:cubicBezTo>
                  <a:cubicBezTo>
                    <a:pt x="491125" y="231098"/>
                    <a:pt x="488866" y="229921"/>
                    <a:pt x="486742" y="228526"/>
                  </a:cubicBezTo>
                  <a:cubicBezTo>
                    <a:pt x="484664" y="227097"/>
                    <a:pt x="482725" y="225475"/>
                    <a:pt x="480950" y="223682"/>
                  </a:cubicBezTo>
                  <a:lnTo>
                    <a:pt x="480950" y="223682"/>
                  </a:lnTo>
                  <a:cubicBezTo>
                    <a:pt x="479250" y="221968"/>
                    <a:pt x="477724" y="220091"/>
                    <a:pt x="476392" y="218077"/>
                  </a:cubicBezTo>
                  <a:cubicBezTo>
                    <a:pt x="474999" y="215986"/>
                    <a:pt x="473822" y="213758"/>
                    <a:pt x="472879" y="211428"/>
                  </a:cubicBezTo>
                  <a:lnTo>
                    <a:pt x="472879" y="211428"/>
                  </a:lnTo>
                  <a:cubicBezTo>
                    <a:pt x="471936" y="209157"/>
                    <a:pt x="471205" y="206804"/>
                    <a:pt x="470695" y="204398"/>
                  </a:cubicBezTo>
                  <a:cubicBezTo>
                    <a:pt x="470203" y="201895"/>
                    <a:pt x="469949" y="199351"/>
                    <a:pt x="469936" y="196799"/>
                  </a:cubicBezTo>
                  <a:lnTo>
                    <a:pt x="469936" y="196799"/>
                  </a:lnTo>
                  <a:cubicBezTo>
                    <a:pt x="469943" y="194404"/>
                    <a:pt x="470198" y="192017"/>
                    <a:pt x="470695" y="189675"/>
                  </a:cubicBezTo>
                  <a:lnTo>
                    <a:pt x="470695" y="189675"/>
                  </a:lnTo>
                  <a:cubicBezTo>
                    <a:pt x="471159" y="187361"/>
                    <a:pt x="471859" y="185101"/>
                    <a:pt x="472784" y="182930"/>
                  </a:cubicBezTo>
                  <a:lnTo>
                    <a:pt x="472784" y="182930"/>
                  </a:lnTo>
                  <a:cubicBezTo>
                    <a:pt x="473754" y="180691"/>
                    <a:pt x="474897" y="178532"/>
                    <a:pt x="476202" y="176471"/>
                  </a:cubicBezTo>
                  <a:cubicBezTo>
                    <a:pt x="477631" y="174391"/>
                    <a:pt x="479252" y="172452"/>
                    <a:pt x="481045" y="170676"/>
                  </a:cubicBezTo>
                  <a:cubicBezTo>
                    <a:pt x="482832" y="168859"/>
                    <a:pt x="484805" y="167236"/>
                    <a:pt x="486932" y="165832"/>
                  </a:cubicBezTo>
                  <a:cubicBezTo>
                    <a:pt x="489023" y="164438"/>
                    <a:pt x="491250" y="163260"/>
                    <a:pt x="493579" y="162317"/>
                  </a:cubicBezTo>
                  <a:close/>
                  <a:moveTo>
                    <a:pt x="412679" y="335962"/>
                  </a:moveTo>
                  <a:cubicBezTo>
                    <a:pt x="410020" y="330168"/>
                    <a:pt x="407456" y="324373"/>
                    <a:pt x="405177" y="318674"/>
                  </a:cubicBezTo>
                  <a:cubicBezTo>
                    <a:pt x="402898" y="312974"/>
                    <a:pt x="399860" y="305280"/>
                    <a:pt x="397581" y="298820"/>
                  </a:cubicBezTo>
                  <a:cubicBezTo>
                    <a:pt x="395302" y="292361"/>
                    <a:pt x="392833" y="284857"/>
                    <a:pt x="390934" y="277922"/>
                  </a:cubicBezTo>
                  <a:cubicBezTo>
                    <a:pt x="389035" y="270988"/>
                    <a:pt x="387231" y="264148"/>
                    <a:pt x="385807" y="257404"/>
                  </a:cubicBezTo>
                  <a:cubicBezTo>
                    <a:pt x="384383" y="250659"/>
                    <a:pt x="382958" y="242205"/>
                    <a:pt x="382104" y="234796"/>
                  </a:cubicBezTo>
                  <a:cubicBezTo>
                    <a:pt x="381157" y="227484"/>
                    <a:pt x="380586" y="220128"/>
                    <a:pt x="380395" y="212758"/>
                  </a:cubicBezTo>
                  <a:cubicBezTo>
                    <a:pt x="380170" y="205503"/>
                    <a:pt x="380328" y="198242"/>
                    <a:pt x="380869" y="191005"/>
                  </a:cubicBezTo>
                  <a:cubicBezTo>
                    <a:pt x="381337" y="183871"/>
                    <a:pt x="382193" y="176767"/>
                    <a:pt x="383433" y="169726"/>
                  </a:cubicBezTo>
                  <a:cubicBezTo>
                    <a:pt x="384696" y="162394"/>
                    <a:pt x="386344" y="155133"/>
                    <a:pt x="388371" y="147973"/>
                  </a:cubicBezTo>
                  <a:cubicBezTo>
                    <a:pt x="390460" y="140849"/>
                    <a:pt x="392833" y="133724"/>
                    <a:pt x="395682" y="126695"/>
                  </a:cubicBezTo>
                  <a:cubicBezTo>
                    <a:pt x="398497" y="119575"/>
                    <a:pt x="401667" y="112600"/>
                    <a:pt x="405177" y="105797"/>
                  </a:cubicBezTo>
                  <a:lnTo>
                    <a:pt x="405177" y="105797"/>
                  </a:lnTo>
                  <a:cubicBezTo>
                    <a:pt x="409073" y="98841"/>
                    <a:pt x="413320" y="92088"/>
                    <a:pt x="417901" y="85564"/>
                  </a:cubicBezTo>
                  <a:cubicBezTo>
                    <a:pt x="422174" y="79009"/>
                    <a:pt x="426827" y="72360"/>
                    <a:pt x="431954" y="65900"/>
                  </a:cubicBezTo>
                  <a:cubicBezTo>
                    <a:pt x="437082" y="59441"/>
                    <a:pt x="442494" y="52791"/>
                    <a:pt x="448191" y="46427"/>
                  </a:cubicBezTo>
                  <a:cubicBezTo>
                    <a:pt x="453888" y="40062"/>
                    <a:pt x="460155" y="33603"/>
                    <a:pt x="467182" y="27429"/>
                  </a:cubicBezTo>
                  <a:cubicBezTo>
                    <a:pt x="474208" y="21254"/>
                    <a:pt x="480665" y="14700"/>
                    <a:pt x="487977" y="8430"/>
                  </a:cubicBezTo>
                  <a:cubicBezTo>
                    <a:pt x="489171" y="6972"/>
                    <a:pt x="490507" y="5635"/>
                    <a:pt x="491965" y="4441"/>
                  </a:cubicBezTo>
                  <a:cubicBezTo>
                    <a:pt x="493650" y="3415"/>
                    <a:pt x="495430" y="2556"/>
                    <a:pt x="497282" y="1876"/>
                  </a:cubicBezTo>
                  <a:lnTo>
                    <a:pt x="497282" y="1876"/>
                  </a:lnTo>
                  <a:cubicBezTo>
                    <a:pt x="499236" y="1054"/>
                    <a:pt x="501274" y="449"/>
                    <a:pt x="503359" y="71"/>
                  </a:cubicBezTo>
                  <a:lnTo>
                    <a:pt x="503359" y="71"/>
                  </a:lnTo>
                  <a:cubicBezTo>
                    <a:pt x="505099" y="-24"/>
                    <a:pt x="506842" y="-24"/>
                    <a:pt x="508581" y="71"/>
                  </a:cubicBezTo>
                  <a:cubicBezTo>
                    <a:pt x="510463" y="153"/>
                    <a:pt x="512335" y="376"/>
                    <a:pt x="514184" y="736"/>
                  </a:cubicBezTo>
                  <a:cubicBezTo>
                    <a:pt x="517819" y="1418"/>
                    <a:pt x="521298" y="2771"/>
                    <a:pt x="524439" y="4725"/>
                  </a:cubicBezTo>
                  <a:cubicBezTo>
                    <a:pt x="525961" y="5665"/>
                    <a:pt x="527392" y="6747"/>
                    <a:pt x="528712" y="7955"/>
                  </a:cubicBezTo>
                  <a:cubicBezTo>
                    <a:pt x="536783" y="14700"/>
                    <a:pt x="544379" y="21444"/>
                    <a:pt x="551500" y="28283"/>
                  </a:cubicBezTo>
                  <a:cubicBezTo>
                    <a:pt x="558622" y="35123"/>
                    <a:pt x="565269" y="41962"/>
                    <a:pt x="571346" y="48802"/>
                  </a:cubicBezTo>
                  <a:cubicBezTo>
                    <a:pt x="577423" y="55641"/>
                    <a:pt x="583310" y="62576"/>
                    <a:pt x="588817" y="69510"/>
                  </a:cubicBezTo>
                  <a:lnTo>
                    <a:pt x="588817" y="69510"/>
                  </a:lnTo>
                  <a:cubicBezTo>
                    <a:pt x="593945" y="76349"/>
                    <a:pt x="598312" y="83189"/>
                    <a:pt x="602870" y="90123"/>
                  </a:cubicBezTo>
                  <a:cubicBezTo>
                    <a:pt x="607428" y="97058"/>
                    <a:pt x="611036" y="104372"/>
                    <a:pt x="614549" y="111591"/>
                  </a:cubicBezTo>
                  <a:cubicBezTo>
                    <a:pt x="618080" y="118677"/>
                    <a:pt x="621249" y="125938"/>
                    <a:pt x="624045" y="133344"/>
                  </a:cubicBezTo>
                  <a:cubicBezTo>
                    <a:pt x="626577" y="140628"/>
                    <a:pt x="628761" y="147942"/>
                    <a:pt x="630596" y="155288"/>
                  </a:cubicBezTo>
                  <a:cubicBezTo>
                    <a:pt x="632318" y="162653"/>
                    <a:pt x="633649" y="170104"/>
                    <a:pt x="634584" y="177611"/>
                  </a:cubicBezTo>
                  <a:lnTo>
                    <a:pt x="634584" y="178656"/>
                  </a:lnTo>
                  <a:cubicBezTo>
                    <a:pt x="635439" y="185590"/>
                    <a:pt x="635914" y="192524"/>
                    <a:pt x="636199" y="199459"/>
                  </a:cubicBezTo>
                  <a:cubicBezTo>
                    <a:pt x="636484" y="206393"/>
                    <a:pt x="636199" y="213708"/>
                    <a:pt x="636199" y="220737"/>
                  </a:cubicBezTo>
                  <a:cubicBezTo>
                    <a:pt x="636199" y="227766"/>
                    <a:pt x="635059" y="235176"/>
                    <a:pt x="634015" y="242300"/>
                  </a:cubicBezTo>
                  <a:cubicBezTo>
                    <a:pt x="632970" y="249425"/>
                    <a:pt x="631736" y="256834"/>
                    <a:pt x="630217" y="264053"/>
                  </a:cubicBezTo>
                  <a:cubicBezTo>
                    <a:pt x="628697" y="271273"/>
                    <a:pt x="627178" y="276972"/>
                    <a:pt x="625374" y="283717"/>
                  </a:cubicBezTo>
                  <a:cubicBezTo>
                    <a:pt x="623570" y="290461"/>
                    <a:pt x="621481" y="297110"/>
                    <a:pt x="619392" y="303475"/>
                  </a:cubicBezTo>
                  <a:cubicBezTo>
                    <a:pt x="617303" y="309839"/>
                    <a:pt x="615214" y="315634"/>
                    <a:pt x="612745" y="322473"/>
                  </a:cubicBezTo>
                  <a:cubicBezTo>
                    <a:pt x="610276" y="329313"/>
                    <a:pt x="608662" y="333207"/>
                    <a:pt x="606478" y="338717"/>
                  </a:cubicBezTo>
                  <a:cubicBezTo>
                    <a:pt x="610656" y="342897"/>
                    <a:pt x="615024" y="347076"/>
                    <a:pt x="619487" y="351256"/>
                  </a:cubicBezTo>
                  <a:cubicBezTo>
                    <a:pt x="630990" y="361878"/>
                    <a:pt x="641956" y="373069"/>
                    <a:pt x="652341" y="384788"/>
                  </a:cubicBezTo>
                  <a:cubicBezTo>
                    <a:pt x="653184" y="385760"/>
                    <a:pt x="653977" y="386774"/>
                    <a:pt x="654715" y="387828"/>
                  </a:cubicBezTo>
                  <a:cubicBezTo>
                    <a:pt x="655490" y="388899"/>
                    <a:pt x="656158" y="390045"/>
                    <a:pt x="656709" y="391247"/>
                  </a:cubicBezTo>
                  <a:cubicBezTo>
                    <a:pt x="657382" y="392385"/>
                    <a:pt x="657923" y="393597"/>
                    <a:pt x="658323" y="394857"/>
                  </a:cubicBezTo>
                  <a:cubicBezTo>
                    <a:pt x="658816" y="396054"/>
                    <a:pt x="659197" y="397295"/>
                    <a:pt x="659462" y="398562"/>
                  </a:cubicBezTo>
                  <a:cubicBezTo>
                    <a:pt x="659462" y="399797"/>
                    <a:pt x="659462" y="401127"/>
                    <a:pt x="660127" y="402551"/>
                  </a:cubicBezTo>
                  <a:cubicBezTo>
                    <a:pt x="660222" y="403912"/>
                    <a:pt x="660222" y="405276"/>
                    <a:pt x="660127" y="406636"/>
                  </a:cubicBezTo>
                  <a:cubicBezTo>
                    <a:pt x="660228" y="407964"/>
                    <a:pt x="660228" y="409298"/>
                    <a:pt x="660127" y="410626"/>
                  </a:cubicBezTo>
                  <a:lnTo>
                    <a:pt x="660127" y="410626"/>
                  </a:lnTo>
                  <a:cubicBezTo>
                    <a:pt x="659940" y="411779"/>
                    <a:pt x="659685" y="412921"/>
                    <a:pt x="659367" y="414046"/>
                  </a:cubicBezTo>
                  <a:lnTo>
                    <a:pt x="653005" y="437034"/>
                  </a:lnTo>
                  <a:cubicBezTo>
                    <a:pt x="649492" y="452327"/>
                    <a:pt x="645979" y="467811"/>
                    <a:pt x="641991" y="483390"/>
                  </a:cubicBezTo>
                  <a:lnTo>
                    <a:pt x="641991" y="483390"/>
                  </a:lnTo>
                  <a:cubicBezTo>
                    <a:pt x="641468" y="485318"/>
                    <a:pt x="640769" y="487194"/>
                    <a:pt x="639902" y="488994"/>
                  </a:cubicBezTo>
                  <a:cubicBezTo>
                    <a:pt x="638991" y="490813"/>
                    <a:pt x="637944" y="492559"/>
                    <a:pt x="636768" y="494219"/>
                  </a:cubicBezTo>
                  <a:lnTo>
                    <a:pt x="636768" y="494219"/>
                  </a:lnTo>
                  <a:cubicBezTo>
                    <a:pt x="635654" y="495713"/>
                    <a:pt x="634380" y="497083"/>
                    <a:pt x="632970" y="498303"/>
                  </a:cubicBezTo>
                  <a:cubicBezTo>
                    <a:pt x="631513" y="499663"/>
                    <a:pt x="629921" y="500872"/>
                    <a:pt x="628223" y="501913"/>
                  </a:cubicBezTo>
                  <a:cubicBezTo>
                    <a:pt x="626517" y="502988"/>
                    <a:pt x="624704" y="503880"/>
                    <a:pt x="622810" y="504573"/>
                  </a:cubicBezTo>
                  <a:cubicBezTo>
                    <a:pt x="620973" y="505308"/>
                    <a:pt x="619063" y="505848"/>
                    <a:pt x="617113" y="506188"/>
                  </a:cubicBezTo>
                  <a:cubicBezTo>
                    <a:pt x="615158" y="506422"/>
                    <a:pt x="613181" y="506422"/>
                    <a:pt x="611226" y="506188"/>
                  </a:cubicBezTo>
                  <a:cubicBezTo>
                    <a:pt x="609330" y="506332"/>
                    <a:pt x="607425" y="506332"/>
                    <a:pt x="605529" y="506188"/>
                  </a:cubicBezTo>
                  <a:lnTo>
                    <a:pt x="603440" y="505713"/>
                  </a:lnTo>
                  <a:lnTo>
                    <a:pt x="600591" y="504763"/>
                  </a:lnTo>
                  <a:cubicBezTo>
                    <a:pt x="597145" y="503590"/>
                    <a:pt x="593931" y="501822"/>
                    <a:pt x="591096" y="499538"/>
                  </a:cubicBezTo>
                  <a:cubicBezTo>
                    <a:pt x="577065" y="488352"/>
                    <a:pt x="562245" y="478193"/>
                    <a:pt x="546753" y="469141"/>
                  </a:cubicBezTo>
                  <a:cubicBezTo>
                    <a:pt x="537283" y="463494"/>
                    <a:pt x="526678" y="460023"/>
                    <a:pt x="515703" y="458977"/>
                  </a:cubicBezTo>
                  <a:cubicBezTo>
                    <a:pt x="505086" y="458855"/>
                    <a:pt x="494555" y="460891"/>
                    <a:pt x="484748" y="464961"/>
                  </a:cubicBezTo>
                  <a:cubicBezTo>
                    <a:pt x="472784" y="469426"/>
                    <a:pt x="458636" y="476360"/>
                    <a:pt x="440880" y="485004"/>
                  </a:cubicBezTo>
                  <a:cubicBezTo>
                    <a:pt x="440308" y="485280"/>
                    <a:pt x="439701" y="485472"/>
                    <a:pt x="439076" y="485574"/>
                  </a:cubicBezTo>
                  <a:lnTo>
                    <a:pt x="438601" y="485574"/>
                  </a:lnTo>
                  <a:lnTo>
                    <a:pt x="435657" y="487284"/>
                  </a:lnTo>
                  <a:lnTo>
                    <a:pt x="435657" y="487284"/>
                  </a:lnTo>
                  <a:lnTo>
                    <a:pt x="431384" y="489469"/>
                  </a:lnTo>
                  <a:lnTo>
                    <a:pt x="414483" y="497638"/>
                  </a:lnTo>
                  <a:cubicBezTo>
                    <a:pt x="412604" y="498573"/>
                    <a:pt x="410630" y="499305"/>
                    <a:pt x="408596" y="499823"/>
                  </a:cubicBezTo>
                  <a:cubicBezTo>
                    <a:pt x="406564" y="500286"/>
                    <a:pt x="404501" y="500603"/>
                    <a:pt x="402424" y="500773"/>
                  </a:cubicBezTo>
                  <a:cubicBezTo>
                    <a:pt x="398261" y="500992"/>
                    <a:pt x="394097" y="500379"/>
                    <a:pt x="390175" y="498968"/>
                  </a:cubicBezTo>
                  <a:cubicBezTo>
                    <a:pt x="386255" y="497547"/>
                    <a:pt x="382645" y="495387"/>
                    <a:pt x="379540" y="492604"/>
                  </a:cubicBezTo>
                  <a:cubicBezTo>
                    <a:pt x="377974" y="491224"/>
                    <a:pt x="376543" y="489697"/>
                    <a:pt x="375267" y="488044"/>
                  </a:cubicBezTo>
                  <a:lnTo>
                    <a:pt x="375267" y="488044"/>
                  </a:lnTo>
                  <a:cubicBezTo>
                    <a:pt x="374092" y="486418"/>
                    <a:pt x="373044" y="484703"/>
                    <a:pt x="372134" y="482915"/>
                  </a:cubicBezTo>
                  <a:cubicBezTo>
                    <a:pt x="370875" y="480194"/>
                    <a:pt x="369981" y="477320"/>
                    <a:pt x="369475" y="474365"/>
                  </a:cubicBezTo>
                  <a:cubicBezTo>
                    <a:pt x="364822" y="453467"/>
                    <a:pt x="359980" y="426869"/>
                    <a:pt x="357321" y="405496"/>
                  </a:cubicBezTo>
                  <a:cubicBezTo>
                    <a:pt x="357227" y="404295"/>
                    <a:pt x="357227" y="403088"/>
                    <a:pt x="357321" y="401887"/>
                  </a:cubicBezTo>
                  <a:lnTo>
                    <a:pt x="357321" y="401887"/>
                  </a:lnTo>
                  <a:cubicBezTo>
                    <a:pt x="357226" y="400622"/>
                    <a:pt x="357226" y="399351"/>
                    <a:pt x="357321" y="398087"/>
                  </a:cubicBezTo>
                  <a:lnTo>
                    <a:pt x="357321" y="398087"/>
                  </a:lnTo>
                  <a:lnTo>
                    <a:pt x="357891" y="394382"/>
                  </a:lnTo>
                  <a:cubicBezTo>
                    <a:pt x="357891" y="393052"/>
                    <a:pt x="358555" y="391817"/>
                    <a:pt x="358935" y="390582"/>
                  </a:cubicBezTo>
                  <a:cubicBezTo>
                    <a:pt x="359315" y="389348"/>
                    <a:pt x="359885" y="388113"/>
                    <a:pt x="360454" y="386878"/>
                  </a:cubicBezTo>
                  <a:cubicBezTo>
                    <a:pt x="361052" y="385651"/>
                    <a:pt x="361750" y="384475"/>
                    <a:pt x="362543" y="383363"/>
                  </a:cubicBezTo>
                  <a:lnTo>
                    <a:pt x="362543" y="383363"/>
                  </a:lnTo>
                  <a:cubicBezTo>
                    <a:pt x="363218" y="382343"/>
                    <a:pt x="363947" y="381360"/>
                    <a:pt x="364727" y="380418"/>
                  </a:cubicBezTo>
                  <a:lnTo>
                    <a:pt x="367576" y="377569"/>
                  </a:lnTo>
                  <a:lnTo>
                    <a:pt x="413153" y="336057"/>
                  </a:lnTo>
                  <a:close/>
                  <a:moveTo>
                    <a:pt x="429011" y="248380"/>
                  </a:moveTo>
                  <a:cubicBezTo>
                    <a:pt x="430435" y="254839"/>
                    <a:pt x="432049" y="261394"/>
                    <a:pt x="433948" y="267948"/>
                  </a:cubicBezTo>
                  <a:cubicBezTo>
                    <a:pt x="435847" y="274502"/>
                    <a:pt x="438126" y="281342"/>
                    <a:pt x="440690" y="288276"/>
                  </a:cubicBezTo>
                  <a:cubicBezTo>
                    <a:pt x="443254" y="295211"/>
                    <a:pt x="446102" y="302335"/>
                    <a:pt x="449236" y="309459"/>
                  </a:cubicBezTo>
                  <a:cubicBezTo>
                    <a:pt x="452369" y="316584"/>
                    <a:pt x="455693" y="323803"/>
                    <a:pt x="459491" y="331403"/>
                  </a:cubicBezTo>
                  <a:lnTo>
                    <a:pt x="459491" y="331403"/>
                  </a:lnTo>
                  <a:cubicBezTo>
                    <a:pt x="460453" y="333511"/>
                    <a:pt x="461092" y="335753"/>
                    <a:pt x="461390" y="338052"/>
                  </a:cubicBezTo>
                  <a:cubicBezTo>
                    <a:pt x="462301" y="345155"/>
                    <a:pt x="459676" y="352252"/>
                    <a:pt x="454363" y="357050"/>
                  </a:cubicBezTo>
                  <a:lnTo>
                    <a:pt x="401759" y="405686"/>
                  </a:lnTo>
                  <a:lnTo>
                    <a:pt x="409830" y="451567"/>
                  </a:lnTo>
                  <a:cubicBezTo>
                    <a:pt x="413818" y="449572"/>
                    <a:pt x="418091" y="447293"/>
                    <a:pt x="422174" y="445488"/>
                  </a:cubicBezTo>
                  <a:cubicBezTo>
                    <a:pt x="443444" y="435229"/>
                    <a:pt x="460155" y="426489"/>
                    <a:pt x="475348" y="421455"/>
                  </a:cubicBezTo>
                  <a:cubicBezTo>
                    <a:pt x="488776" y="415944"/>
                    <a:pt x="503185" y="413229"/>
                    <a:pt x="517697" y="413476"/>
                  </a:cubicBezTo>
                  <a:cubicBezTo>
                    <a:pt x="531969" y="414321"/>
                    <a:pt x="545880" y="418311"/>
                    <a:pt x="558432" y="425160"/>
                  </a:cubicBezTo>
                  <a:cubicBezTo>
                    <a:pt x="574229" y="433609"/>
                    <a:pt x="589314" y="443331"/>
                    <a:pt x="603535" y="454227"/>
                  </a:cubicBezTo>
                  <a:lnTo>
                    <a:pt x="614075" y="409676"/>
                  </a:lnTo>
                  <a:lnTo>
                    <a:pt x="563939" y="359520"/>
                  </a:lnTo>
                  <a:lnTo>
                    <a:pt x="563275" y="358760"/>
                  </a:lnTo>
                  <a:cubicBezTo>
                    <a:pt x="561912" y="357245"/>
                    <a:pt x="560761" y="355551"/>
                    <a:pt x="559856" y="353726"/>
                  </a:cubicBezTo>
                  <a:cubicBezTo>
                    <a:pt x="558942" y="351931"/>
                    <a:pt x="558302" y="350011"/>
                    <a:pt x="557957" y="348026"/>
                  </a:cubicBezTo>
                  <a:lnTo>
                    <a:pt x="557957" y="347551"/>
                  </a:lnTo>
                  <a:cubicBezTo>
                    <a:pt x="557621" y="345507"/>
                    <a:pt x="557621" y="343421"/>
                    <a:pt x="557957" y="341377"/>
                  </a:cubicBezTo>
                  <a:cubicBezTo>
                    <a:pt x="558181" y="339218"/>
                    <a:pt x="558725" y="337105"/>
                    <a:pt x="559571" y="335107"/>
                  </a:cubicBezTo>
                  <a:lnTo>
                    <a:pt x="559571" y="335107"/>
                  </a:lnTo>
                  <a:cubicBezTo>
                    <a:pt x="562610" y="327983"/>
                    <a:pt x="565459" y="321143"/>
                    <a:pt x="568022" y="314589"/>
                  </a:cubicBezTo>
                  <a:cubicBezTo>
                    <a:pt x="570586" y="308035"/>
                    <a:pt x="573055" y="301290"/>
                    <a:pt x="575334" y="294451"/>
                  </a:cubicBezTo>
                  <a:cubicBezTo>
                    <a:pt x="577613" y="287611"/>
                    <a:pt x="579702" y="281247"/>
                    <a:pt x="581506" y="274787"/>
                  </a:cubicBezTo>
                  <a:cubicBezTo>
                    <a:pt x="583310" y="268328"/>
                    <a:pt x="584924" y="261868"/>
                    <a:pt x="586253" y="255789"/>
                  </a:cubicBezTo>
                  <a:cubicBezTo>
                    <a:pt x="587583" y="249710"/>
                    <a:pt x="588722" y="243440"/>
                    <a:pt x="589577" y="237456"/>
                  </a:cubicBezTo>
                  <a:cubicBezTo>
                    <a:pt x="590431" y="231471"/>
                    <a:pt x="591001" y="225392"/>
                    <a:pt x="591381" y="219407"/>
                  </a:cubicBezTo>
                  <a:cubicBezTo>
                    <a:pt x="591761" y="213423"/>
                    <a:pt x="591856" y="207628"/>
                    <a:pt x="591381" y="201834"/>
                  </a:cubicBezTo>
                  <a:cubicBezTo>
                    <a:pt x="591272" y="196050"/>
                    <a:pt x="590828" y="190277"/>
                    <a:pt x="590051" y="184545"/>
                  </a:cubicBezTo>
                  <a:lnTo>
                    <a:pt x="590051" y="183975"/>
                  </a:lnTo>
                  <a:cubicBezTo>
                    <a:pt x="588514" y="172019"/>
                    <a:pt x="585681" y="160266"/>
                    <a:pt x="581601" y="148923"/>
                  </a:cubicBezTo>
                  <a:cubicBezTo>
                    <a:pt x="579497" y="142977"/>
                    <a:pt x="577088" y="137142"/>
                    <a:pt x="574384" y="131445"/>
                  </a:cubicBezTo>
                  <a:cubicBezTo>
                    <a:pt x="571514" y="125494"/>
                    <a:pt x="568344" y="119692"/>
                    <a:pt x="564889" y="114061"/>
                  </a:cubicBezTo>
                  <a:cubicBezTo>
                    <a:pt x="561281" y="108267"/>
                    <a:pt x="557387" y="102472"/>
                    <a:pt x="553020" y="96678"/>
                  </a:cubicBezTo>
                  <a:cubicBezTo>
                    <a:pt x="548652" y="90883"/>
                    <a:pt x="543524" y="85089"/>
                    <a:pt x="538777" y="79199"/>
                  </a:cubicBezTo>
                  <a:cubicBezTo>
                    <a:pt x="534029" y="73310"/>
                    <a:pt x="528617" y="68275"/>
                    <a:pt x="523014" y="62861"/>
                  </a:cubicBezTo>
                  <a:cubicBezTo>
                    <a:pt x="517412" y="57446"/>
                    <a:pt x="513519" y="53361"/>
                    <a:pt x="508012" y="48897"/>
                  </a:cubicBezTo>
                  <a:cubicBezTo>
                    <a:pt x="503264" y="53171"/>
                    <a:pt x="498516" y="57446"/>
                    <a:pt x="494528" y="61626"/>
                  </a:cubicBezTo>
                  <a:cubicBezTo>
                    <a:pt x="490540" y="65805"/>
                    <a:pt x="484368" y="71125"/>
                    <a:pt x="480001" y="76064"/>
                  </a:cubicBezTo>
                  <a:cubicBezTo>
                    <a:pt x="475633" y="81004"/>
                    <a:pt x="470505" y="87083"/>
                    <a:pt x="466137" y="92593"/>
                  </a:cubicBezTo>
                  <a:cubicBezTo>
                    <a:pt x="461770" y="98103"/>
                    <a:pt x="457971" y="103517"/>
                    <a:pt x="454458" y="109122"/>
                  </a:cubicBezTo>
                  <a:cubicBezTo>
                    <a:pt x="450945" y="114726"/>
                    <a:pt x="447527" y="120141"/>
                    <a:pt x="444963" y="125745"/>
                  </a:cubicBezTo>
                  <a:cubicBezTo>
                    <a:pt x="442399" y="131350"/>
                    <a:pt x="439076" y="137239"/>
                    <a:pt x="436892" y="142559"/>
                  </a:cubicBezTo>
                  <a:cubicBezTo>
                    <a:pt x="434636" y="148110"/>
                    <a:pt x="432702" y="153788"/>
                    <a:pt x="431100" y="159562"/>
                  </a:cubicBezTo>
                  <a:cubicBezTo>
                    <a:pt x="429484" y="165333"/>
                    <a:pt x="428248" y="171204"/>
                    <a:pt x="427396" y="177136"/>
                  </a:cubicBezTo>
                  <a:cubicBezTo>
                    <a:pt x="426373" y="182791"/>
                    <a:pt x="425676" y="188500"/>
                    <a:pt x="425307" y="194234"/>
                  </a:cubicBezTo>
                  <a:cubicBezTo>
                    <a:pt x="425307" y="200124"/>
                    <a:pt x="424738" y="205918"/>
                    <a:pt x="425307" y="211808"/>
                  </a:cubicBezTo>
                  <a:cubicBezTo>
                    <a:pt x="425877" y="217697"/>
                    <a:pt x="425972" y="223587"/>
                    <a:pt x="426732" y="229761"/>
                  </a:cubicBezTo>
                  <a:cubicBezTo>
                    <a:pt x="427491" y="235936"/>
                    <a:pt x="428536" y="242205"/>
                    <a:pt x="429770" y="248760"/>
                  </a:cubicBezTo>
                  <a:close/>
                  <a:moveTo>
                    <a:pt x="883172" y="528511"/>
                  </a:moveTo>
                  <a:cubicBezTo>
                    <a:pt x="884355" y="529041"/>
                    <a:pt x="885471" y="529710"/>
                    <a:pt x="886496" y="530506"/>
                  </a:cubicBezTo>
                  <a:cubicBezTo>
                    <a:pt x="887562" y="531257"/>
                    <a:pt x="888548" y="532117"/>
                    <a:pt x="889439" y="533070"/>
                  </a:cubicBezTo>
                  <a:cubicBezTo>
                    <a:pt x="890218" y="533914"/>
                    <a:pt x="890947" y="534802"/>
                    <a:pt x="891623" y="535730"/>
                  </a:cubicBezTo>
                  <a:cubicBezTo>
                    <a:pt x="892154" y="536519"/>
                    <a:pt x="892630" y="537345"/>
                    <a:pt x="893047" y="538200"/>
                  </a:cubicBezTo>
                  <a:lnTo>
                    <a:pt x="1006611" y="673563"/>
                  </a:lnTo>
                  <a:cubicBezTo>
                    <a:pt x="1008472" y="675755"/>
                    <a:pt x="1009868" y="678311"/>
                    <a:pt x="1010694" y="681068"/>
                  </a:cubicBezTo>
                  <a:cubicBezTo>
                    <a:pt x="1011615" y="683817"/>
                    <a:pt x="1011938" y="686732"/>
                    <a:pt x="1011644" y="689617"/>
                  </a:cubicBezTo>
                  <a:cubicBezTo>
                    <a:pt x="1011426" y="692535"/>
                    <a:pt x="1010618" y="695379"/>
                    <a:pt x="1009270" y="697976"/>
                  </a:cubicBezTo>
                  <a:lnTo>
                    <a:pt x="1009270" y="697976"/>
                  </a:lnTo>
                  <a:cubicBezTo>
                    <a:pt x="1007941" y="700403"/>
                    <a:pt x="1006165" y="702561"/>
                    <a:pt x="1004048" y="704341"/>
                  </a:cubicBezTo>
                  <a:lnTo>
                    <a:pt x="1001864" y="705955"/>
                  </a:lnTo>
                  <a:cubicBezTo>
                    <a:pt x="1001171" y="706423"/>
                    <a:pt x="1000439" y="706836"/>
                    <a:pt x="999680" y="707190"/>
                  </a:cubicBezTo>
                  <a:lnTo>
                    <a:pt x="902163" y="758676"/>
                  </a:lnTo>
                  <a:lnTo>
                    <a:pt x="902163" y="955024"/>
                  </a:lnTo>
                  <a:cubicBezTo>
                    <a:pt x="902188" y="957181"/>
                    <a:pt x="901868" y="959327"/>
                    <a:pt x="901213" y="961389"/>
                  </a:cubicBezTo>
                  <a:cubicBezTo>
                    <a:pt x="900588" y="963478"/>
                    <a:pt x="899661" y="965464"/>
                    <a:pt x="898460" y="967278"/>
                  </a:cubicBezTo>
                  <a:cubicBezTo>
                    <a:pt x="897294" y="969074"/>
                    <a:pt x="895851" y="970679"/>
                    <a:pt x="894187" y="972028"/>
                  </a:cubicBezTo>
                  <a:cubicBezTo>
                    <a:pt x="892569" y="973367"/>
                    <a:pt x="890781" y="974488"/>
                    <a:pt x="888869" y="975352"/>
                  </a:cubicBezTo>
                  <a:lnTo>
                    <a:pt x="522350" y="1161347"/>
                  </a:lnTo>
                  <a:cubicBezTo>
                    <a:pt x="521583" y="1162144"/>
                    <a:pt x="520722" y="1162847"/>
                    <a:pt x="519786" y="1163436"/>
                  </a:cubicBezTo>
                  <a:cubicBezTo>
                    <a:pt x="518669" y="1164196"/>
                    <a:pt x="517494" y="1164861"/>
                    <a:pt x="516273" y="1165431"/>
                  </a:cubicBezTo>
                  <a:cubicBezTo>
                    <a:pt x="514866" y="1166049"/>
                    <a:pt x="513404" y="1166524"/>
                    <a:pt x="511905" y="1166856"/>
                  </a:cubicBezTo>
                  <a:lnTo>
                    <a:pt x="511905" y="1166856"/>
                  </a:lnTo>
                  <a:cubicBezTo>
                    <a:pt x="510452" y="1166999"/>
                    <a:pt x="508990" y="1166999"/>
                    <a:pt x="507537" y="1166856"/>
                  </a:cubicBezTo>
                  <a:cubicBezTo>
                    <a:pt x="505512" y="1166866"/>
                    <a:pt x="503497" y="1166581"/>
                    <a:pt x="501555" y="1166001"/>
                  </a:cubicBezTo>
                  <a:cubicBezTo>
                    <a:pt x="499589" y="1165469"/>
                    <a:pt x="497705" y="1164671"/>
                    <a:pt x="495953" y="1163626"/>
                  </a:cubicBezTo>
                  <a:cubicBezTo>
                    <a:pt x="494502" y="1162705"/>
                    <a:pt x="493163" y="1161622"/>
                    <a:pt x="491965" y="1160397"/>
                  </a:cubicBezTo>
                  <a:lnTo>
                    <a:pt x="491965" y="1160397"/>
                  </a:lnTo>
                  <a:cubicBezTo>
                    <a:pt x="491162" y="1159608"/>
                    <a:pt x="490431" y="1158753"/>
                    <a:pt x="489781" y="1157832"/>
                  </a:cubicBezTo>
                  <a:lnTo>
                    <a:pt x="123546" y="974783"/>
                  </a:lnTo>
                  <a:cubicBezTo>
                    <a:pt x="121741" y="973842"/>
                    <a:pt x="120052" y="972693"/>
                    <a:pt x="118513" y="971363"/>
                  </a:cubicBezTo>
                  <a:cubicBezTo>
                    <a:pt x="117045" y="969957"/>
                    <a:pt x="115767" y="968361"/>
                    <a:pt x="114715" y="966613"/>
                  </a:cubicBezTo>
                  <a:cubicBezTo>
                    <a:pt x="113698" y="965084"/>
                    <a:pt x="112900" y="963421"/>
                    <a:pt x="112341" y="961674"/>
                  </a:cubicBezTo>
                  <a:cubicBezTo>
                    <a:pt x="111842" y="960002"/>
                    <a:pt x="111524" y="958282"/>
                    <a:pt x="111392" y="956544"/>
                  </a:cubicBezTo>
                  <a:lnTo>
                    <a:pt x="111392" y="760006"/>
                  </a:lnTo>
                  <a:lnTo>
                    <a:pt x="11406" y="707000"/>
                  </a:lnTo>
                  <a:cubicBezTo>
                    <a:pt x="10129" y="706256"/>
                    <a:pt x="8921" y="705397"/>
                    <a:pt x="7798" y="704436"/>
                  </a:cubicBezTo>
                  <a:cubicBezTo>
                    <a:pt x="5698" y="702624"/>
                    <a:pt x="3958" y="700433"/>
                    <a:pt x="2670" y="697976"/>
                  </a:cubicBezTo>
                  <a:cubicBezTo>
                    <a:pt x="1273" y="695386"/>
                    <a:pt x="402" y="692546"/>
                    <a:pt x="107" y="689617"/>
                  </a:cubicBezTo>
                  <a:cubicBezTo>
                    <a:pt x="-190" y="686732"/>
                    <a:pt x="134" y="683817"/>
                    <a:pt x="1056" y="681068"/>
                  </a:cubicBezTo>
                  <a:cubicBezTo>
                    <a:pt x="1922" y="678326"/>
                    <a:pt x="3308" y="675779"/>
                    <a:pt x="5139" y="673563"/>
                  </a:cubicBezTo>
                  <a:lnTo>
                    <a:pt x="120318" y="535825"/>
                  </a:lnTo>
                  <a:cubicBezTo>
                    <a:pt x="120685" y="535285"/>
                    <a:pt x="121133" y="534804"/>
                    <a:pt x="121647" y="534400"/>
                  </a:cubicBezTo>
                  <a:lnTo>
                    <a:pt x="123451" y="532785"/>
                  </a:lnTo>
                  <a:lnTo>
                    <a:pt x="125160" y="531645"/>
                  </a:lnTo>
                  <a:lnTo>
                    <a:pt x="126490" y="530886"/>
                  </a:lnTo>
                  <a:cubicBezTo>
                    <a:pt x="127274" y="530262"/>
                    <a:pt x="128099" y="529691"/>
                    <a:pt x="128958" y="529176"/>
                  </a:cubicBezTo>
                  <a:lnTo>
                    <a:pt x="130288" y="528511"/>
                  </a:lnTo>
                  <a:lnTo>
                    <a:pt x="306331" y="441023"/>
                  </a:lnTo>
                  <a:cubicBezTo>
                    <a:pt x="308909" y="439729"/>
                    <a:pt x="311716" y="438955"/>
                    <a:pt x="314592" y="438743"/>
                  </a:cubicBezTo>
                  <a:cubicBezTo>
                    <a:pt x="317488" y="438541"/>
                    <a:pt x="320396" y="438929"/>
                    <a:pt x="323138" y="439883"/>
                  </a:cubicBezTo>
                  <a:cubicBezTo>
                    <a:pt x="325889" y="440815"/>
                    <a:pt x="328435" y="442266"/>
                    <a:pt x="330639" y="444158"/>
                  </a:cubicBezTo>
                  <a:cubicBezTo>
                    <a:pt x="332788" y="446095"/>
                    <a:pt x="334559" y="448414"/>
                    <a:pt x="335861" y="450997"/>
                  </a:cubicBezTo>
                  <a:lnTo>
                    <a:pt x="335861" y="450997"/>
                  </a:lnTo>
                  <a:cubicBezTo>
                    <a:pt x="337084" y="453597"/>
                    <a:pt x="337823" y="456398"/>
                    <a:pt x="338045" y="459262"/>
                  </a:cubicBezTo>
                  <a:cubicBezTo>
                    <a:pt x="338147" y="462124"/>
                    <a:pt x="337762" y="464983"/>
                    <a:pt x="336906" y="467716"/>
                  </a:cubicBezTo>
                  <a:cubicBezTo>
                    <a:pt x="335886" y="470410"/>
                    <a:pt x="334373" y="472891"/>
                    <a:pt x="332443" y="475030"/>
                  </a:cubicBezTo>
                  <a:cubicBezTo>
                    <a:pt x="330548" y="477224"/>
                    <a:pt x="328221" y="479002"/>
                    <a:pt x="325607" y="480255"/>
                  </a:cubicBezTo>
                  <a:lnTo>
                    <a:pt x="185076" y="551024"/>
                  </a:lnTo>
                  <a:lnTo>
                    <a:pt x="505828" y="719254"/>
                  </a:lnTo>
                  <a:lnTo>
                    <a:pt x="827625" y="550074"/>
                  </a:lnTo>
                  <a:lnTo>
                    <a:pt x="688518" y="480920"/>
                  </a:lnTo>
                  <a:cubicBezTo>
                    <a:pt x="685921" y="479640"/>
                    <a:pt x="683598" y="477866"/>
                    <a:pt x="681681" y="475695"/>
                  </a:cubicBezTo>
                  <a:cubicBezTo>
                    <a:pt x="679766" y="473491"/>
                    <a:pt x="678284" y="470946"/>
                    <a:pt x="677313" y="468191"/>
                  </a:cubicBezTo>
                  <a:cubicBezTo>
                    <a:pt x="676443" y="465429"/>
                    <a:pt x="676089" y="462531"/>
                    <a:pt x="676269" y="459642"/>
                  </a:cubicBezTo>
                  <a:cubicBezTo>
                    <a:pt x="676398" y="456732"/>
                    <a:pt x="677143" y="453883"/>
                    <a:pt x="678453" y="451282"/>
                  </a:cubicBezTo>
                  <a:cubicBezTo>
                    <a:pt x="679756" y="448699"/>
                    <a:pt x="681527" y="446380"/>
                    <a:pt x="683675" y="444443"/>
                  </a:cubicBezTo>
                  <a:cubicBezTo>
                    <a:pt x="685893" y="442570"/>
                    <a:pt x="688435" y="441120"/>
                    <a:pt x="691177" y="440168"/>
                  </a:cubicBezTo>
                  <a:cubicBezTo>
                    <a:pt x="693920" y="439219"/>
                    <a:pt x="696826" y="438832"/>
                    <a:pt x="699722" y="439028"/>
                  </a:cubicBezTo>
                  <a:cubicBezTo>
                    <a:pt x="702627" y="439252"/>
                    <a:pt x="705462" y="440025"/>
                    <a:pt x="708078" y="441308"/>
                  </a:cubicBezTo>
                  <a:lnTo>
                    <a:pt x="883172" y="528511"/>
                  </a:lnTo>
                  <a:close/>
                  <a:moveTo>
                    <a:pt x="485318" y="1106631"/>
                  </a:moveTo>
                  <a:lnTo>
                    <a:pt x="485318" y="823080"/>
                  </a:lnTo>
                  <a:lnTo>
                    <a:pt x="436892" y="907718"/>
                  </a:lnTo>
                  <a:cubicBezTo>
                    <a:pt x="435509" y="910139"/>
                    <a:pt x="433672" y="912267"/>
                    <a:pt x="431479" y="913988"/>
                  </a:cubicBezTo>
                  <a:cubicBezTo>
                    <a:pt x="429267" y="915725"/>
                    <a:pt x="426757" y="917045"/>
                    <a:pt x="424073" y="917882"/>
                  </a:cubicBezTo>
                  <a:lnTo>
                    <a:pt x="424073" y="917882"/>
                  </a:lnTo>
                  <a:cubicBezTo>
                    <a:pt x="421426" y="918661"/>
                    <a:pt x="418652" y="918919"/>
                    <a:pt x="415907" y="918642"/>
                  </a:cubicBezTo>
                  <a:cubicBezTo>
                    <a:pt x="413064" y="918351"/>
                    <a:pt x="410297" y="917546"/>
                    <a:pt x="407741" y="916267"/>
                  </a:cubicBezTo>
                  <a:lnTo>
                    <a:pt x="156020" y="783279"/>
                  </a:lnTo>
                  <a:lnTo>
                    <a:pt x="156020" y="941440"/>
                  </a:lnTo>
                  <a:lnTo>
                    <a:pt x="486267" y="1106631"/>
                  </a:lnTo>
                  <a:close/>
                  <a:moveTo>
                    <a:pt x="529566" y="829635"/>
                  </a:moveTo>
                  <a:lnTo>
                    <a:pt x="529566" y="1108246"/>
                  </a:lnTo>
                  <a:lnTo>
                    <a:pt x="858199" y="941535"/>
                  </a:lnTo>
                  <a:lnTo>
                    <a:pt x="858199" y="782139"/>
                  </a:lnTo>
                  <a:lnTo>
                    <a:pt x="604579" y="916267"/>
                  </a:lnTo>
                  <a:cubicBezTo>
                    <a:pt x="602023" y="917546"/>
                    <a:pt x="599256" y="918351"/>
                    <a:pt x="596413" y="918642"/>
                  </a:cubicBezTo>
                  <a:lnTo>
                    <a:pt x="596413" y="918642"/>
                  </a:lnTo>
                  <a:cubicBezTo>
                    <a:pt x="593605" y="918918"/>
                    <a:pt x="590770" y="918659"/>
                    <a:pt x="588057" y="917882"/>
                  </a:cubicBezTo>
                  <a:cubicBezTo>
                    <a:pt x="585338" y="917012"/>
                    <a:pt x="582798" y="915661"/>
                    <a:pt x="580556" y="913893"/>
                  </a:cubicBezTo>
                  <a:cubicBezTo>
                    <a:pt x="578361" y="912137"/>
                    <a:pt x="576523" y="909977"/>
                    <a:pt x="575144" y="907528"/>
                  </a:cubicBezTo>
                  <a:lnTo>
                    <a:pt x="529946" y="829635"/>
                  </a:lnTo>
                  <a:close/>
                  <a:moveTo>
                    <a:pt x="869119" y="578096"/>
                  </a:moveTo>
                  <a:lnTo>
                    <a:pt x="536783" y="753071"/>
                  </a:lnTo>
                  <a:lnTo>
                    <a:pt x="603250" y="867062"/>
                  </a:lnTo>
                  <a:lnTo>
                    <a:pt x="955621" y="680783"/>
                  </a:lnTo>
                  <a:lnTo>
                    <a:pt x="870164" y="577906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91" name="Google Shape;491;p17"/>
            <p:cNvSpPr txBox="1"/>
            <p:nvPr/>
          </p:nvSpPr>
          <p:spPr>
            <a:xfrm>
              <a:off x="8615007" y="3951368"/>
              <a:ext cx="927869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8439231" y="4981078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Openshift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8439231" y="5279492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VM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8439231" y="5578110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Other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17"/>
          <p:cNvGrpSpPr/>
          <p:nvPr/>
        </p:nvGrpSpPr>
        <p:grpSpPr>
          <a:xfrm>
            <a:off x="4759405" y="4229636"/>
            <a:ext cx="939684" cy="1063469"/>
            <a:chOff x="10378589" y="3941414"/>
            <a:chExt cx="1363800" cy="1543454"/>
          </a:xfrm>
        </p:grpSpPr>
        <p:cxnSp>
          <p:nvCxnSpPr>
            <p:cNvPr id="496" name="Google Shape;496;p17"/>
            <p:cNvCxnSpPr/>
            <p:nvPr/>
          </p:nvCxnSpPr>
          <p:spPr>
            <a:xfrm>
              <a:off x="11067018" y="4774768"/>
              <a:ext cx="0" cy="7101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97" name="Google Shape;497;p17"/>
            <p:cNvSpPr/>
            <p:nvPr/>
          </p:nvSpPr>
          <p:spPr>
            <a:xfrm>
              <a:off x="10836491" y="428800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498" name="Google Shape;498;p17"/>
            <p:cNvSpPr txBox="1"/>
            <p:nvPr/>
          </p:nvSpPr>
          <p:spPr>
            <a:xfrm>
              <a:off x="10617196" y="3941414"/>
              <a:ext cx="9477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Prepare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10378589" y="4981078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Pull Image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00" name="Google Shape;500;p17" descr="合約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0918143" y="4360490"/>
              <a:ext cx="350835" cy="3508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1" name="Google Shape;501;p17"/>
          <p:cNvGrpSpPr/>
          <p:nvPr/>
        </p:nvGrpSpPr>
        <p:grpSpPr>
          <a:xfrm>
            <a:off x="2877169" y="4466140"/>
            <a:ext cx="895243" cy="921514"/>
            <a:chOff x="11811303" y="4289232"/>
            <a:chExt cx="1299300" cy="1337430"/>
          </a:xfrm>
        </p:grpSpPr>
        <p:sp>
          <p:nvSpPr>
            <p:cNvPr id="502" name="Google Shape;502;p17"/>
            <p:cNvSpPr/>
            <p:nvPr/>
          </p:nvSpPr>
          <p:spPr>
            <a:xfrm>
              <a:off x="12225599" y="4289232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503" name="Google Shape;503;p17" descr="火箭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2322024" y="4389608"/>
              <a:ext cx="296473" cy="296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7"/>
            <p:cNvSpPr txBox="1"/>
            <p:nvPr/>
          </p:nvSpPr>
          <p:spPr>
            <a:xfrm>
              <a:off x="11811303" y="4864337"/>
              <a:ext cx="1299300" cy="762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000" b="1" dirty="0" smtClean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1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1000" b="1" dirty="0" smtClean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to </a:t>
              </a:r>
              <a:endParaRPr sz="1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1000" b="1" dirty="0" smtClean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STAGE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505" name="Google Shape;505;p17"/>
          <p:cNvSpPr/>
          <p:nvPr/>
        </p:nvSpPr>
        <p:spPr>
          <a:xfrm>
            <a:off x="1730723" y="4469642"/>
            <a:ext cx="1215016" cy="334450"/>
          </a:xfrm>
          <a:prstGeom prst="roundRect">
            <a:avLst>
              <a:gd name="adj" fmla="val 16667"/>
            </a:avLst>
          </a:prstGeom>
          <a:solidFill>
            <a:srgbClr val="071C6B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dist="76200" dir="5400000" algn="t" rotWithShape="0">
              <a:srgbClr val="0A2CAA">
                <a:alpha val="40000"/>
              </a:srgbClr>
            </a:outerShdw>
          </a:effectLst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100" b="1" dirty="0" err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開發人員主管</a:t>
            </a:r>
            <a:endParaRPr sz="1100" b="1" dirty="0">
              <a:solidFill>
                <a:schemeClr val="lt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506" name="Google Shape;506;p17"/>
          <p:cNvGrpSpPr/>
          <p:nvPr/>
        </p:nvGrpSpPr>
        <p:grpSpPr>
          <a:xfrm>
            <a:off x="463887" y="4432184"/>
            <a:ext cx="1412214" cy="620384"/>
            <a:chOff x="3586604" y="6231135"/>
            <a:chExt cx="2049600" cy="900387"/>
          </a:xfrm>
        </p:grpSpPr>
        <p:sp>
          <p:nvSpPr>
            <p:cNvPr id="507" name="Google Shape;507;p17"/>
            <p:cNvSpPr/>
            <p:nvPr/>
          </p:nvSpPr>
          <p:spPr>
            <a:xfrm>
              <a:off x="4375361" y="6231135"/>
              <a:ext cx="483300" cy="483300"/>
            </a:xfrm>
            <a:prstGeom prst="ellipse">
              <a:avLst/>
            </a:prstGeom>
            <a:solidFill>
              <a:schemeClr val="lt2"/>
            </a:solidFill>
            <a:ln w="57150" cap="flat" cmpd="sng">
              <a:solidFill>
                <a:srgbClr val="071C6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4524223" y="6350703"/>
              <a:ext cx="207538" cy="244290"/>
            </a:xfrm>
            <a:custGeom>
              <a:avLst/>
              <a:gdLst/>
              <a:ahLst/>
              <a:cxnLst/>
              <a:rect l="l" t="t" r="r" b="b"/>
              <a:pathLst>
                <a:path w="145" h="170" extrusionOk="0">
                  <a:moveTo>
                    <a:pt x="139" y="36"/>
                  </a:moveTo>
                  <a:cubicBezTo>
                    <a:pt x="140" y="38"/>
                    <a:pt x="142" y="40"/>
                    <a:pt x="143" y="43"/>
                  </a:cubicBezTo>
                  <a:cubicBezTo>
                    <a:pt x="144" y="46"/>
                    <a:pt x="145" y="49"/>
                    <a:pt x="145" y="52"/>
                  </a:cubicBezTo>
                  <a:cubicBezTo>
                    <a:pt x="145" y="161"/>
                    <a:pt x="145" y="161"/>
                    <a:pt x="145" y="161"/>
                  </a:cubicBezTo>
                  <a:cubicBezTo>
                    <a:pt x="145" y="163"/>
                    <a:pt x="144" y="165"/>
                    <a:pt x="142" y="167"/>
                  </a:cubicBezTo>
                  <a:cubicBezTo>
                    <a:pt x="141" y="169"/>
                    <a:pt x="138" y="170"/>
                    <a:pt x="136" y="170"/>
                  </a:cubicBezTo>
                  <a:cubicBezTo>
                    <a:pt x="9" y="170"/>
                    <a:pt x="9" y="170"/>
                    <a:pt x="9" y="170"/>
                  </a:cubicBezTo>
                  <a:cubicBezTo>
                    <a:pt x="6" y="170"/>
                    <a:pt x="4" y="169"/>
                    <a:pt x="2" y="167"/>
                  </a:cubicBezTo>
                  <a:cubicBezTo>
                    <a:pt x="1" y="165"/>
                    <a:pt x="0" y="163"/>
                    <a:pt x="0" y="16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5"/>
                    <a:pt x="2" y="3"/>
                  </a:cubicBezTo>
                  <a:cubicBezTo>
                    <a:pt x="4" y="1"/>
                    <a:pt x="6" y="0"/>
                    <a:pt x="9" y="0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6" y="0"/>
                    <a:pt x="99" y="1"/>
                    <a:pt x="102" y="2"/>
                  </a:cubicBezTo>
                  <a:cubicBezTo>
                    <a:pt x="105" y="3"/>
                    <a:pt x="107" y="5"/>
                    <a:pt x="109" y="7"/>
                  </a:cubicBezTo>
                  <a:lnTo>
                    <a:pt x="139" y="36"/>
                  </a:lnTo>
                  <a:close/>
                  <a:moveTo>
                    <a:pt x="133" y="158"/>
                  </a:moveTo>
                  <a:cubicBezTo>
                    <a:pt x="133" y="61"/>
                    <a:pt x="133" y="61"/>
                    <a:pt x="133" y="61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1" y="61"/>
                    <a:pt x="89" y="60"/>
                    <a:pt x="87" y="58"/>
                  </a:cubicBezTo>
                  <a:cubicBezTo>
                    <a:pt x="85" y="56"/>
                    <a:pt x="84" y="54"/>
                    <a:pt x="84" y="5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58"/>
                    <a:pt x="12" y="158"/>
                    <a:pt x="12" y="158"/>
                  </a:cubicBezTo>
                  <a:lnTo>
                    <a:pt x="133" y="158"/>
                  </a:lnTo>
                  <a:close/>
                  <a:moveTo>
                    <a:pt x="36" y="76"/>
                  </a:moveTo>
                  <a:cubicBezTo>
                    <a:pt x="36" y="75"/>
                    <a:pt x="36" y="74"/>
                    <a:pt x="37" y="74"/>
                  </a:cubicBezTo>
                  <a:cubicBezTo>
                    <a:pt x="37" y="73"/>
                    <a:pt x="38" y="73"/>
                    <a:pt x="39" y="73"/>
                  </a:cubicBezTo>
                  <a:cubicBezTo>
                    <a:pt x="106" y="73"/>
                    <a:pt x="106" y="73"/>
                    <a:pt x="106" y="73"/>
                  </a:cubicBezTo>
                  <a:cubicBezTo>
                    <a:pt x="107" y="73"/>
                    <a:pt x="107" y="73"/>
                    <a:pt x="108" y="74"/>
                  </a:cubicBezTo>
                  <a:cubicBezTo>
                    <a:pt x="108" y="74"/>
                    <a:pt x="109" y="75"/>
                    <a:pt x="109" y="76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09" y="83"/>
                    <a:pt x="108" y="84"/>
                    <a:pt x="108" y="84"/>
                  </a:cubicBezTo>
                  <a:cubicBezTo>
                    <a:pt x="107" y="85"/>
                    <a:pt x="107" y="85"/>
                    <a:pt x="106" y="85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8" y="85"/>
                    <a:pt x="37" y="85"/>
                    <a:pt x="37" y="84"/>
                  </a:cubicBezTo>
                  <a:cubicBezTo>
                    <a:pt x="36" y="84"/>
                    <a:pt x="36" y="83"/>
                    <a:pt x="36" y="82"/>
                  </a:cubicBezTo>
                  <a:lnTo>
                    <a:pt x="36" y="76"/>
                  </a:lnTo>
                  <a:close/>
                  <a:moveTo>
                    <a:pt x="106" y="97"/>
                  </a:moveTo>
                  <a:cubicBezTo>
                    <a:pt x="107" y="97"/>
                    <a:pt x="107" y="97"/>
                    <a:pt x="108" y="98"/>
                  </a:cubicBezTo>
                  <a:cubicBezTo>
                    <a:pt x="108" y="98"/>
                    <a:pt x="109" y="99"/>
                    <a:pt x="109" y="100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09" y="107"/>
                    <a:pt x="108" y="108"/>
                    <a:pt x="108" y="108"/>
                  </a:cubicBezTo>
                  <a:cubicBezTo>
                    <a:pt x="107" y="109"/>
                    <a:pt x="107" y="109"/>
                    <a:pt x="106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38" y="109"/>
                    <a:pt x="37" y="109"/>
                    <a:pt x="37" y="108"/>
                  </a:cubicBezTo>
                  <a:cubicBezTo>
                    <a:pt x="36" y="108"/>
                    <a:pt x="36" y="107"/>
                    <a:pt x="36" y="106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6" y="99"/>
                    <a:pt x="36" y="98"/>
                    <a:pt x="37" y="98"/>
                  </a:cubicBezTo>
                  <a:cubicBezTo>
                    <a:pt x="37" y="97"/>
                    <a:pt x="38" y="97"/>
                    <a:pt x="39" y="97"/>
                  </a:cubicBezTo>
                  <a:lnTo>
                    <a:pt x="106" y="97"/>
                  </a:lnTo>
                  <a:close/>
                  <a:moveTo>
                    <a:pt x="106" y="121"/>
                  </a:moveTo>
                  <a:cubicBezTo>
                    <a:pt x="107" y="121"/>
                    <a:pt x="107" y="122"/>
                    <a:pt x="108" y="122"/>
                  </a:cubicBezTo>
                  <a:cubicBezTo>
                    <a:pt x="108" y="123"/>
                    <a:pt x="109" y="123"/>
                    <a:pt x="109" y="124"/>
                  </a:cubicBezTo>
                  <a:cubicBezTo>
                    <a:pt x="109" y="130"/>
                    <a:pt x="109" y="130"/>
                    <a:pt x="109" y="130"/>
                  </a:cubicBezTo>
                  <a:cubicBezTo>
                    <a:pt x="109" y="131"/>
                    <a:pt x="108" y="132"/>
                    <a:pt x="108" y="132"/>
                  </a:cubicBezTo>
                  <a:cubicBezTo>
                    <a:pt x="107" y="133"/>
                    <a:pt x="107" y="133"/>
                    <a:pt x="106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8" y="133"/>
                    <a:pt x="37" y="133"/>
                    <a:pt x="37" y="132"/>
                  </a:cubicBezTo>
                  <a:cubicBezTo>
                    <a:pt x="36" y="132"/>
                    <a:pt x="36" y="131"/>
                    <a:pt x="36" y="130"/>
                  </a:cubicBezTo>
                  <a:cubicBezTo>
                    <a:pt x="36" y="124"/>
                    <a:pt x="36" y="124"/>
                    <a:pt x="36" y="124"/>
                  </a:cubicBezTo>
                  <a:cubicBezTo>
                    <a:pt x="36" y="123"/>
                    <a:pt x="36" y="123"/>
                    <a:pt x="37" y="122"/>
                  </a:cubicBezTo>
                  <a:cubicBezTo>
                    <a:pt x="37" y="122"/>
                    <a:pt x="38" y="121"/>
                    <a:pt x="39" y="121"/>
                  </a:cubicBezTo>
                  <a:lnTo>
                    <a:pt x="106" y="121"/>
                  </a:lnTo>
                  <a:close/>
                  <a:moveTo>
                    <a:pt x="97" y="13"/>
                  </a:moveTo>
                  <a:cubicBezTo>
                    <a:pt x="97" y="49"/>
                    <a:pt x="97" y="49"/>
                    <a:pt x="97" y="49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32" y="47"/>
                    <a:pt x="131" y="46"/>
                    <a:pt x="130" y="45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00" y="14"/>
                    <a:pt x="98" y="14"/>
                    <a:pt x="97" y="13"/>
                  </a:cubicBez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t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3586604" y="6793086"/>
              <a:ext cx="20496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提出換版申請單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510" name="Google Shape;510;p17"/>
          <p:cNvGrpSpPr/>
          <p:nvPr/>
        </p:nvGrpSpPr>
        <p:grpSpPr>
          <a:xfrm>
            <a:off x="8845680" y="3016965"/>
            <a:ext cx="1008104" cy="1157005"/>
            <a:chOff x="11579251" y="1985242"/>
            <a:chExt cx="1463100" cy="1679206"/>
          </a:xfrm>
        </p:grpSpPr>
        <p:sp>
          <p:nvSpPr>
            <p:cNvPr id="511" name="Google Shape;511;p17"/>
            <p:cNvSpPr/>
            <p:nvPr/>
          </p:nvSpPr>
          <p:spPr>
            <a:xfrm>
              <a:off x="12067624" y="2823830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12" name="Google Shape;512;p17"/>
            <p:cNvSpPr txBox="1"/>
            <p:nvPr/>
          </p:nvSpPr>
          <p:spPr>
            <a:xfrm>
              <a:off x="11604673" y="2451614"/>
              <a:ext cx="1299301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Approve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513" name="Google Shape;513;p17"/>
            <p:cNvCxnSpPr>
              <a:stCxn id="511" idx="4"/>
              <a:endCxn id="514" idx="2"/>
            </p:cNvCxnSpPr>
            <p:nvPr/>
          </p:nvCxnSpPr>
          <p:spPr>
            <a:xfrm>
              <a:off x="12309274" y="3307130"/>
              <a:ext cx="0" cy="3573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515" name="Google Shape;515;p17" descr="豎起大拇指標誌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2145898" y="2901250"/>
              <a:ext cx="336117" cy="3361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17"/>
            <p:cNvSpPr/>
            <p:nvPr/>
          </p:nvSpPr>
          <p:spPr>
            <a:xfrm>
              <a:off x="11760973" y="3404648"/>
              <a:ext cx="1096800" cy="2598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Confirm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516" name="Google Shape;516;p17"/>
            <p:cNvSpPr txBox="1"/>
            <p:nvPr/>
          </p:nvSpPr>
          <p:spPr>
            <a:xfrm>
              <a:off x="11579251" y="1985242"/>
              <a:ext cx="1463100" cy="494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900" b="1" dirty="0" err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確定要上版時</a:t>
              </a:r>
              <a:endParaRPr sz="9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>
                <a:buClr>
                  <a:srgbClr val="000000"/>
                </a:buClr>
                <a:buSzPts val="1400"/>
              </a:pPr>
              <a:r>
                <a:rPr lang="en-US" sz="900" b="1" dirty="0" err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請資管手動啟用</a:t>
              </a:r>
              <a:endParaRPr sz="9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6921788" y="3174563"/>
            <a:ext cx="905526" cy="1012460"/>
            <a:chOff x="9780079" y="2205261"/>
            <a:chExt cx="1314225" cy="1469422"/>
          </a:xfrm>
        </p:grpSpPr>
        <p:sp>
          <p:nvSpPr>
            <p:cNvPr id="518" name="Google Shape;518;p17"/>
            <p:cNvSpPr txBox="1"/>
            <p:nvPr/>
          </p:nvSpPr>
          <p:spPr>
            <a:xfrm>
              <a:off x="9780079" y="2205261"/>
              <a:ext cx="1299299" cy="561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資管科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審核人員</a:t>
              </a:r>
              <a:endParaRPr sz="80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cxnSp>
          <p:nvCxnSpPr>
            <p:cNvPr id="519" name="Google Shape;519;p17"/>
            <p:cNvCxnSpPr>
              <a:stCxn id="520" idx="0"/>
              <a:endCxn id="521" idx="2"/>
            </p:cNvCxnSpPr>
            <p:nvPr/>
          </p:nvCxnSpPr>
          <p:spPr>
            <a:xfrm>
              <a:off x="10488402" y="2820883"/>
              <a:ext cx="0" cy="853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20" name="Google Shape;520;p17"/>
            <p:cNvSpPr/>
            <p:nvPr/>
          </p:nvSpPr>
          <p:spPr>
            <a:xfrm>
              <a:off x="10246752" y="282088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9882604" y="3413016"/>
              <a:ext cx="1211700" cy="261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申請單審核</a:t>
              </a:r>
              <a:endParaRPr sz="1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22" name="Google Shape;522;p17" descr="船長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10303172" y="2885590"/>
              <a:ext cx="372609" cy="3726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3" name="Google Shape;523;p17"/>
          <p:cNvSpPr/>
          <p:nvPr/>
        </p:nvSpPr>
        <p:spPr>
          <a:xfrm>
            <a:off x="5739965" y="3624423"/>
            <a:ext cx="1215016" cy="334450"/>
          </a:xfrm>
          <a:prstGeom prst="roundRect">
            <a:avLst>
              <a:gd name="adj" fmla="val 16667"/>
            </a:avLst>
          </a:prstGeom>
          <a:solidFill>
            <a:srgbClr val="071C6B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dist="76200" dir="5400000" algn="t" rotWithShape="0">
              <a:srgbClr val="0A2CAA">
                <a:alpha val="40000"/>
              </a:srgbClr>
            </a:outerShdw>
          </a:effectLst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r>
              <a:rPr lang="en-US" sz="1100" b="1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審核人員</a:t>
            </a:r>
            <a:endParaRPr sz="11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524" name="Google Shape;524;p17"/>
          <p:cNvGrpSpPr/>
          <p:nvPr/>
        </p:nvGrpSpPr>
        <p:grpSpPr>
          <a:xfrm>
            <a:off x="8512452" y="4245630"/>
            <a:ext cx="1338943" cy="575881"/>
            <a:chOff x="414501" y="5394960"/>
            <a:chExt cx="1943259" cy="835799"/>
          </a:xfrm>
        </p:grpSpPr>
        <p:sp>
          <p:nvSpPr>
            <p:cNvPr id="525" name="Google Shape;525;p17"/>
            <p:cNvSpPr/>
            <p:nvPr/>
          </p:nvSpPr>
          <p:spPr>
            <a:xfrm>
              <a:off x="594360" y="5745359"/>
              <a:ext cx="1763400" cy="485400"/>
            </a:xfrm>
            <a:prstGeom prst="roundRect">
              <a:avLst>
                <a:gd name="adj" fmla="val 16667"/>
              </a:avLst>
            </a:prstGeom>
            <a:solidFill>
              <a:srgbClr val="071C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77800" dist="76200" dir="5400000" algn="t" rotWithShape="0">
                <a:srgbClr val="0A2CAA">
                  <a:alpha val="40000"/>
                </a:srgbClr>
              </a:outerShdw>
            </a:effectLst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400"/>
              </a:pPr>
              <a:r>
                <a:rPr lang="en-US" sz="11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Jenkins</a:t>
              </a:r>
              <a:endParaRPr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26" name="Google Shape;526;p17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414501" y="5394960"/>
              <a:ext cx="545121" cy="752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7" name="Google Shape;527;p17"/>
          <p:cNvGrpSpPr/>
          <p:nvPr/>
        </p:nvGrpSpPr>
        <p:grpSpPr>
          <a:xfrm>
            <a:off x="6140501" y="2294005"/>
            <a:ext cx="333003" cy="333003"/>
            <a:chOff x="11042072" y="1975393"/>
            <a:chExt cx="483300" cy="483300"/>
          </a:xfrm>
        </p:grpSpPr>
        <p:sp>
          <p:nvSpPr>
            <p:cNvPr id="528" name="Google Shape;528;p17"/>
            <p:cNvSpPr/>
            <p:nvPr/>
          </p:nvSpPr>
          <p:spPr>
            <a:xfrm>
              <a:off x="11042072" y="197539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529" name="Google Shape;529;p17" descr="眼睛 以實心填滿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1093919" y="2028018"/>
              <a:ext cx="407167" cy="4071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1" name="Google Shape;531;p17"/>
          <p:cNvSpPr/>
          <p:nvPr/>
        </p:nvSpPr>
        <p:spPr>
          <a:xfrm>
            <a:off x="5892110" y="2710126"/>
            <a:ext cx="828683" cy="444807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Code &amp;</a:t>
            </a:r>
          </a:p>
          <a:p>
            <a:pPr algn="ctr">
              <a:buClr>
                <a:srgbClr val="3F3F3F"/>
              </a:buClr>
              <a:buSzPts val="1400"/>
            </a:pPr>
            <a:r>
              <a:rPr lang="en-US"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Third party</a:t>
            </a:r>
            <a:endParaRPr lang="en-US" sz="90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algn="ctr">
              <a:buClr>
                <a:srgbClr val="3F3F3F"/>
              </a:buClr>
              <a:buSzPts val="1400"/>
            </a:pPr>
            <a:r>
              <a:rPr lang="en-US" sz="9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Scan</a:t>
            </a:r>
            <a:endParaRPr sz="90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cxnSp>
        <p:nvCxnSpPr>
          <p:cNvPr id="532" name="Google Shape;532;p17"/>
          <p:cNvCxnSpPr/>
          <p:nvPr/>
        </p:nvCxnSpPr>
        <p:spPr>
          <a:xfrm>
            <a:off x="8099894" y="2602461"/>
            <a:ext cx="0" cy="477284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3" name="Google Shape;533;p17"/>
          <p:cNvSpPr/>
          <p:nvPr/>
        </p:nvSpPr>
        <p:spPr>
          <a:xfrm>
            <a:off x="7683680" y="2745460"/>
            <a:ext cx="828683" cy="182314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900" b="1" dirty="0" err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排程執行</a:t>
            </a:r>
            <a:endParaRPr sz="9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grpSp>
        <p:nvGrpSpPr>
          <p:cNvPr id="534" name="Google Shape;534;p17"/>
          <p:cNvGrpSpPr/>
          <p:nvPr/>
        </p:nvGrpSpPr>
        <p:grpSpPr>
          <a:xfrm>
            <a:off x="7896107" y="3310143"/>
            <a:ext cx="973558" cy="876935"/>
            <a:chOff x="6515484" y="5872882"/>
            <a:chExt cx="1412963" cy="1272729"/>
          </a:xfrm>
        </p:grpSpPr>
        <p:sp>
          <p:nvSpPr>
            <p:cNvPr id="535" name="Google Shape;535;p17"/>
            <p:cNvSpPr/>
            <p:nvPr/>
          </p:nvSpPr>
          <p:spPr>
            <a:xfrm>
              <a:off x="6943291" y="6247711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36" name="Google Shape;536;p17"/>
            <p:cNvSpPr txBox="1"/>
            <p:nvPr/>
          </p:nvSpPr>
          <p:spPr>
            <a:xfrm>
              <a:off x="6515484" y="5872882"/>
              <a:ext cx="12993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Report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pic>
          <p:nvPicPr>
            <p:cNvPr id="537" name="Google Shape;537;p17" descr="橫條圖 以實心填滿"/>
            <p:cNvPicPr preferRelativeResize="0"/>
            <p:nvPr/>
          </p:nvPicPr>
          <p:blipFill rotWithShape="1">
            <a:blip r:embed="rId16">
              <a:alphaModFix/>
            </a:blip>
            <a:srcRect/>
            <a:stretch/>
          </p:blipFill>
          <p:spPr>
            <a:xfrm>
              <a:off x="7026415" y="6358189"/>
              <a:ext cx="320928" cy="3209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38" name="Google Shape;538;p17"/>
            <p:cNvCxnSpPr/>
            <p:nvPr/>
          </p:nvCxnSpPr>
          <p:spPr>
            <a:xfrm>
              <a:off x="7187608" y="6704911"/>
              <a:ext cx="0" cy="4407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39" name="Google Shape;539;p17"/>
            <p:cNvSpPr/>
            <p:nvPr/>
          </p:nvSpPr>
          <p:spPr>
            <a:xfrm>
              <a:off x="6566447" y="6854504"/>
              <a:ext cx="1362000" cy="246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Compare List 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pic>
        <p:nvPicPr>
          <p:cNvPr id="540" name="Google Shape;540;p1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858603" y="1880076"/>
            <a:ext cx="973550" cy="295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5295" y="2118869"/>
            <a:ext cx="1118642" cy="169794"/>
          </a:xfrm>
          <a:prstGeom prst="rect">
            <a:avLst/>
          </a:prstGeom>
        </p:spPr>
      </p:pic>
      <p:sp>
        <p:nvSpPr>
          <p:cNvPr id="174" name="Google Shape;442;p17"/>
          <p:cNvSpPr txBox="1"/>
          <p:nvPr/>
        </p:nvSpPr>
        <p:spPr>
          <a:xfrm>
            <a:off x="4004835" y="3242114"/>
            <a:ext cx="772848" cy="38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Clone</a:t>
            </a:r>
            <a:r>
              <a:rPr lang="zh-TW" alt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 </a:t>
            </a:r>
            <a:endParaRPr lang="en-US" sz="105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zh-TW" alt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防毒掃描</a:t>
            </a:r>
            <a:endParaRPr sz="105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175" name="Google Shape;501;p17"/>
          <p:cNvGrpSpPr/>
          <p:nvPr/>
        </p:nvGrpSpPr>
        <p:grpSpPr>
          <a:xfrm>
            <a:off x="1068611" y="2290074"/>
            <a:ext cx="895243" cy="829181"/>
            <a:chOff x="11811303" y="4289232"/>
            <a:chExt cx="1299300" cy="1203423"/>
          </a:xfrm>
        </p:grpSpPr>
        <p:sp>
          <p:nvSpPr>
            <p:cNvPr id="176" name="Google Shape;502;p17"/>
            <p:cNvSpPr/>
            <p:nvPr/>
          </p:nvSpPr>
          <p:spPr>
            <a:xfrm>
              <a:off x="12225599" y="4289232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177" name="Google Shape;503;p17" descr="火箭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2322024" y="4389608"/>
              <a:ext cx="296473" cy="296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504;p17"/>
            <p:cNvSpPr txBox="1"/>
            <p:nvPr/>
          </p:nvSpPr>
          <p:spPr>
            <a:xfrm>
              <a:off x="11811303" y="4864337"/>
              <a:ext cx="1299300" cy="628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to </a:t>
              </a:r>
              <a:endParaRPr sz="8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8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DEV</a:t>
              </a:r>
              <a:endParaRPr sz="8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sp>
        <p:nvSpPr>
          <p:cNvPr id="179" name="Google Shape;442;p17"/>
          <p:cNvSpPr txBox="1"/>
          <p:nvPr/>
        </p:nvSpPr>
        <p:spPr>
          <a:xfrm>
            <a:off x="4773156" y="3239730"/>
            <a:ext cx="772848" cy="38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zh-TW" alt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主管建立</a:t>
            </a:r>
            <a:endParaRPr lang="en-US" altLang="zh-TW" sz="105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zh-TW" alt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版本</a:t>
            </a:r>
            <a:r>
              <a:rPr 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Tag</a:t>
            </a:r>
            <a:endParaRPr sz="105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80" name="Google Shape;442;p17"/>
          <p:cNvSpPr txBox="1"/>
          <p:nvPr/>
        </p:nvSpPr>
        <p:spPr>
          <a:xfrm>
            <a:off x="5732337" y="3253101"/>
            <a:ext cx="1226083" cy="38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zh-TW" altLang="en-US" sz="105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開立過版申請單給服務處</a:t>
            </a:r>
            <a:endParaRPr sz="105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181" name="Google Shape;1345;p45"/>
          <p:cNvSpPr/>
          <p:nvPr/>
        </p:nvSpPr>
        <p:spPr>
          <a:xfrm>
            <a:off x="257760" y="193680"/>
            <a:ext cx="9008640" cy="579960"/>
          </a:xfrm>
          <a:prstGeom prst="homePlate">
            <a:avLst>
              <a:gd name="adj" fmla="val 50000"/>
            </a:avLst>
          </a:prstGeom>
          <a:solidFill>
            <a:srgbClr val="D80C1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zh-TW" sz="3600" b="1" strike="noStrike" spc="-1">
                <a:solidFill>
                  <a:schemeClr val="lt1"/>
                </a:solidFill>
                <a:latin typeface="Microsoft JhengHei Light"/>
                <a:ea typeface="Microsoft JhengHei Light"/>
              </a:rPr>
              <a:t>應用系統上版流程 </a:t>
            </a:r>
            <a:r>
              <a:rPr lang="en-US" sz="3600" b="1" strike="noStrike" spc="-1">
                <a:solidFill>
                  <a:schemeClr val="lt1"/>
                </a:solidFill>
                <a:latin typeface="Microsoft JhengHei Light"/>
                <a:ea typeface="Microsoft JhengHei Light"/>
              </a:rPr>
              <a:t>– Dev to UAT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184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"/>
          <p:cNvSpPr/>
          <p:nvPr/>
        </p:nvSpPr>
        <p:spPr>
          <a:xfrm rot="5400000" flipH="1">
            <a:off x="4502087" y="-2257373"/>
            <a:ext cx="410311" cy="8678333"/>
          </a:xfrm>
          <a:prstGeom prst="downArrow">
            <a:avLst>
              <a:gd name="adj1" fmla="val 50000"/>
              <a:gd name="adj2" fmla="val 0"/>
            </a:avLst>
          </a:prstGeom>
          <a:solidFill>
            <a:srgbClr val="005D5A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93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8999600" y="1980273"/>
            <a:ext cx="738973" cy="1747284"/>
          </a:xfrm>
          <a:prstGeom prst="curvedLeftArrow">
            <a:avLst>
              <a:gd name="adj1" fmla="val 28013"/>
              <a:gd name="adj2" fmla="val 47593"/>
              <a:gd name="adj3" fmla="val 0"/>
            </a:avLst>
          </a:prstGeom>
          <a:gradFill>
            <a:gsLst>
              <a:gs pos="0">
                <a:srgbClr val="FFC000"/>
              </a:gs>
              <a:gs pos="17000">
                <a:srgbClr val="FFC000"/>
              </a:gs>
              <a:gs pos="57000">
                <a:srgbClr val="934100"/>
              </a:gs>
              <a:gs pos="80000">
                <a:srgbClr val="005D5A"/>
              </a:gs>
              <a:gs pos="99000">
                <a:srgbClr val="008A87"/>
              </a:gs>
              <a:gs pos="100000">
                <a:srgbClr val="008A87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000000"/>
              </a:buClr>
              <a:buSzPts val="2160"/>
            </a:pPr>
            <a:endParaRPr sz="1488" b="1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549" name="Google Shape;549;p18"/>
          <p:cNvSpPr/>
          <p:nvPr/>
        </p:nvSpPr>
        <p:spPr>
          <a:xfrm rot="5400000" flipH="1">
            <a:off x="4533778" y="-914755"/>
            <a:ext cx="410311" cy="8962347"/>
          </a:xfrm>
          <a:prstGeom prst="downArrow">
            <a:avLst>
              <a:gd name="adj1" fmla="val 50000"/>
              <a:gd name="adj2" fmla="val 7273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chemeClr val="dk1"/>
              </a:buClr>
              <a:buSzPts val="1350"/>
            </a:pPr>
            <a:endParaRPr sz="930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/>
              <a:sym typeface="Calibri"/>
            </a:endParaRPr>
          </a:p>
        </p:txBody>
      </p:sp>
      <p:grpSp>
        <p:nvGrpSpPr>
          <p:cNvPr id="550" name="Google Shape;550;p18"/>
          <p:cNvGrpSpPr/>
          <p:nvPr/>
        </p:nvGrpSpPr>
        <p:grpSpPr>
          <a:xfrm>
            <a:off x="1208270" y="1485554"/>
            <a:ext cx="1074363" cy="1015206"/>
            <a:chOff x="2174777" y="1545850"/>
            <a:chExt cx="1559264" cy="1473407"/>
          </a:xfrm>
        </p:grpSpPr>
        <p:grpSp>
          <p:nvGrpSpPr>
            <p:cNvPr id="551" name="Google Shape;551;p18"/>
            <p:cNvGrpSpPr/>
            <p:nvPr/>
          </p:nvGrpSpPr>
          <p:grpSpPr>
            <a:xfrm>
              <a:off x="2174777" y="1545850"/>
              <a:ext cx="1559264" cy="1132010"/>
              <a:chOff x="5060790" y="5550450"/>
              <a:chExt cx="1559264" cy="1132010"/>
            </a:xfrm>
          </p:grpSpPr>
          <p:sp>
            <p:nvSpPr>
              <p:cNvPr id="552" name="Google Shape;552;p18"/>
              <p:cNvSpPr/>
              <p:nvPr/>
            </p:nvSpPr>
            <p:spPr>
              <a:xfrm>
                <a:off x="5640520" y="6199160"/>
                <a:ext cx="483300" cy="4833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350"/>
                </a:pPr>
                <a:endParaRPr sz="93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18"/>
              <p:cNvSpPr txBox="1"/>
              <p:nvPr/>
            </p:nvSpPr>
            <p:spPr>
              <a:xfrm>
                <a:off x="5060790" y="5550450"/>
                <a:ext cx="1559264" cy="5845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2994" tIns="31488" rIns="62994" bIns="31488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600"/>
                </a:pPr>
                <a:r>
                  <a:rPr lang="en-US" sz="1102" b="1" dirty="0" err="1" smtClean="0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研發處</a:t>
                </a:r>
                <a:r>
                  <a:rPr lang="en-US" sz="1102" b="1" dirty="0" smtClean="0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 / User</a:t>
                </a:r>
                <a:endParaRPr sz="1102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  <a:p>
                <a:pPr algn="ctr">
                  <a:buClr>
                    <a:srgbClr val="000000"/>
                  </a:buClr>
                  <a:buSzPts val="1600"/>
                </a:pPr>
                <a:r>
                  <a:rPr lang="en-US" sz="1102" b="1" dirty="0" err="1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測試人員</a:t>
                </a:r>
                <a:endParaRPr sz="965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  <p:pic>
            <p:nvPicPr>
              <p:cNvPr id="554" name="Google Shape;554;p18" descr="船長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701742" y="6261327"/>
                <a:ext cx="372609" cy="37260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55" name="Google Shape;555;p18"/>
            <p:cNvSpPr txBox="1"/>
            <p:nvPr/>
          </p:nvSpPr>
          <p:spPr>
            <a:xfrm>
              <a:off x="2327253" y="2680821"/>
              <a:ext cx="12993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Test</a:t>
              </a:r>
              <a:endParaRPr sz="1102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grpSp>
        <p:nvGrpSpPr>
          <p:cNvPr id="556" name="Google Shape;556;p18"/>
          <p:cNvGrpSpPr/>
          <p:nvPr/>
        </p:nvGrpSpPr>
        <p:grpSpPr>
          <a:xfrm>
            <a:off x="4437727" y="1515635"/>
            <a:ext cx="1182465" cy="1025881"/>
            <a:chOff x="6254156" y="1587381"/>
            <a:chExt cx="1716157" cy="1488901"/>
          </a:xfrm>
        </p:grpSpPr>
        <p:grpSp>
          <p:nvGrpSpPr>
            <p:cNvPr id="557" name="Google Shape;557;p18"/>
            <p:cNvGrpSpPr/>
            <p:nvPr/>
          </p:nvGrpSpPr>
          <p:grpSpPr>
            <a:xfrm>
              <a:off x="6465300" y="2208268"/>
              <a:ext cx="1299300" cy="868014"/>
              <a:chOff x="9073004" y="6244880"/>
              <a:chExt cx="1299300" cy="868014"/>
            </a:xfrm>
          </p:grpSpPr>
          <p:sp>
            <p:nvSpPr>
              <p:cNvPr id="558" name="Google Shape;558;p18"/>
              <p:cNvSpPr/>
              <p:nvPr/>
            </p:nvSpPr>
            <p:spPr>
              <a:xfrm>
                <a:off x="9482460" y="6244880"/>
                <a:ext cx="483300" cy="4833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350"/>
                </a:pPr>
                <a:endParaRPr sz="93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  <p:pic>
            <p:nvPicPr>
              <p:cNvPr id="559" name="Google Shape;559;p18" descr="船長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9543682" y="6307047"/>
                <a:ext cx="372609" cy="3726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0" name="Google Shape;560;p18"/>
              <p:cNvSpPr txBox="1"/>
              <p:nvPr/>
            </p:nvSpPr>
            <p:spPr>
              <a:xfrm>
                <a:off x="9073004" y="6774458"/>
                <a:ext cx="1299300" cy="338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2994" tIns="31488" rIns="62994" bIns="31488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600"/>
                </a:pPr>
                <a:r>
                  <a:rPr lang="en-US" sz="1102" b="1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驗收確認</a:t>
                </a:r>
                <a:endParaRPr sz="965" b="1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561" name="Google Shape;561;p18"/>
            <p:cNvSpPr txBox="1"/>
            <p:nvPr/>
          </p:nvSpPr>
          <p:spPr>
            <a:xfrm>
              <a:off x="6254156" y="1587381"/>
              <a:ext cx="1716157" cy="5845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 dirty="0" err="1" smtClean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研發處</a:t>
              </a:r>
              <a:r>
                <a:rPr lang="en-US" sz="1102" b="1" dirty="0" smtClean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 / User</a:t>
              </a:r>
              <a:endParaRPr sz="1102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驗收人員</a:t>
              </a:r>
              <a:endParaRPr sz="965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562" name="Google Shape;562;p18"/>
          <p:cNvGrpSpPr/>
          <p:nvPr/>
        </p:nvGrpSpPr>
        <p:grpSpPr>
          <a:xfrm>
            <a:off x="3381087" y="1518131"/>
            <a:ext cx="1116624" cy="1009318"/>
            <a:chOff x="4847198" y="1571054"/>
            <a:chExt cx="1620600" cy="1464862"/>
          </a:xfrm>
        </p:grpSpPr>
        <p:grpSp>
          <p:nvGrpSpPr>
            <p:cNvPr id="563" name="Google Shape;563;p18"/>
            <p:cNvGrpSpPr/>
            <p:nvPr/>
          </p:nvGrpSpPr>
          <p:grpSpPr>
            <a:xfrm>
              <a:off x="4847198" y="1571054"/>
              <a:ext cx="1620600" cy="1100453"/>
              <a:chOff x="7624271" y="5627727"/>
              <a:chExt cx="1620600" cy="1100453"/>
            </a:xfrm>
          </p:grpSpPr>
          <p:sp>
            <p:nvSpPr>
              <p:cNvPr id="564" name="Google Shape;564;p18"/>
              <p:cNvSpPr/>
              <p:nvPr/>
            </p:nvSpPr>
            <p:spPr>
              <a:xfrm>
                <a:off x="8202300" y="6244880"/>
                <a:ext cx="483300" cy="483300"/>
              </a:xfrm>
              <a:prstGeom prst="ellipse">
                <a:avLst/>
              </a:prstGeom>
              <a:solidFill>
                <a:schemeClr val="lt2"/>
              </a:solidFill>
              <a:ln w="12700" cap="flat" cmpd="sng">
                <a:solidFill>
                  <a:srgbClr val="002FA7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62994" tIns="31488" rIns="62994" bIns="31488" anchor="ctr" anchorCtr="0">
                <a:noAutofit/>
              </a:bodyPr>
              <a:lstStyle/>
              <a:p>
                <a:pPr algn="ctr">
                  <a:buClr>
                    <a:schemeClr val="dk1"/>
                  </a:buClr>
                  <a:buSzPts val="1350"/>
                </a:pPr>
                <a:endParaRPr sz="930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Calibri"/>
                  <a:sym typeface="Calibri"/>
                </a:endParaRPr>
              </a:p>
            </p:txBody>
          </p:sp>
          <p:pic>
            <p:nvPicPr>
              <p:cNvPr id="565" name="Google Shape;565;p18" descr="船長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263522" y="6307047"/>
                <a:ext cx="372609" cy="3726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6" name="Google Shape;566;p18"/>
              <p:cNvSpPr txBox="1"/>
              <p:nvPr/>
            </p:nvSpPr>
            <p:spPr>
              <a:xfrm>
                <a:off x="7624271" y="5627727"/>
                <a:ext cx="1620600" cy="5845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2994" tIns="31488" rIns="62994" bIns="31488" anchor="t" anchorCtr="0">
                <a:spAutoFit/>
              </a:bodyPr>
              <a:lstStyle/>
              <a:p>
                <a:pPr algn="ctr">
                  <a:buClr>
                    <a:srgbClr val="000000"/>
                  </a:buClr>
                  <a:buSzPts val="1600"/>
                </a:pPr>
                <a:r>
                  <a:rPr lang="en-US" sz="1102" b="1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研發處</a:t>
                </a:r>
                <a:endParaRPr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endParaRPr>
              </a:p>
              <a:p>
                <a:pPr algn="ctr">
                  <a:buClr>
                    <a:srgbClr val="000000"/>
                  </a:buClr>
                  <a:buSzPts val="1600"/>
                </a:pPr>
                <a:r>
                  <a:rPr lang="en-US" sz="1102" b="1">
                    <a:solidFill>
                      <a:srgbClr val="3F3F3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IBM Plex Sans"/>
                    <a:sym typeface="IBM Plex Sans"/>
                  </a:rPr>
                  <a:t>系統開發主管</a:t>
                </a:r>
                <a:endParaRPr sz="965" b="1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18"/>
            <p:cNvSpPr txBox="1"/>
            <p:nvPr/>
          </p:nvSpPr>
          <p:spPr>
            <a:xfrm>
              <a:off x="5029200" y="2697480"/>
              <a:ext cx="12993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覆核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568" name="Google Shape;568;p18"/>
          <p:cNvSpPr txBox="1"/>
          <p:nvPr/>
        </p:nvSpPr>
        <p:spPr>
          <a:xfrm>
            <a:off x="5685994" y="1981753"/>
            <a:ext cx="1814256" cy="21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994" tIns="31488" rIns="62994" bIns="31488" anchor="t" anchorCtr="0">
            <a:spAutoFit/>
          </a:bodyPr>
          <a:lstStyle/>
          <a:p>
            <a:pPr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965" b="1" dirty="0" err="1">
                <a:solidFill>
                  <a:schemeClr val="l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驗收確認後傳給業務分析主管</a:t>
            </a:r>
            <a:endParaRPr sz="965" b="1" dirty="0">
              <a:solidFill>
                <a:schemeClr val="dk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569" name="Google Shape;569;p18"/>
          <p:cNvGrpSpPr/>
          <p:nvPr/>
        </p:nvGrpSpPr>
        <p:grpSpPr>
          <a:xfrm>
            <a:off x="7423049" y="1503472"/>
            <a:ext cx="1009551" cy="744540"/>
            <a:chOff x="7745986" y="2226144"/>
            <a:chExt cx="1465200" cy="1080579"/>
          </a:xfrm>
        </p:grpSpPr>
        <p:sp>
          <p:nvSpPr>
            <p:cNvPr id="570" name="Google Shape;570;p18"/>
            <p:cNvSpPr/>
            <p:nvPr/>
          </p:nvSpPr>
          <p:spPr>
            <a:xfrm>
              <a:off x="8305451" y="282342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71" name="Google Shape;571;p18"/>
            <p:cNvSpPr txBox="1"/>
            <p:nvPr/>
          </p:nvSpPr>
          <p:spPr>
            <a:xfrm>
              <a:off x="7745986" y="2226144"/>
              <a:ext cx="1465200" cy="5845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研發處</a:t>
              </a:r>
              <a:endParaRPr sz="1102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業務分析主管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72" name="Google Shape;572;p18" descr="船長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66673" y="2885590"/>
              <a:ext cx="372609" cy="3726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3" name="Google Shape;573;p18"/>
          <p:cNvSpPr/>
          <p:nvPr/>
        </p:nvSpPr>
        <p:spPr>
          <a:xfrm>
            <a:off x="8498507" y="3371447"/>
            <a:ext cx="1215016" cy="334450"/>
          </a:xfrm>
          <a:prstGeom prst="roundRect">
            <a:avLst>
              <a:gd name="adj" fmla="val 16667"/>
            </a:avLst>
          </a:prstGeom>
          <a:solidFill>
            <a:srgbClr val="071C6B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dist="76200" dir="5400000" algn="t" rotWithShape="0">
              <a:srgbClr val="0A2CAA">
                <a:alpha val="40000"/>
              </a:srgbClr>
            </a:outerShdw>
          </a:effectLst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r>
              <a:rPr lang="en-US" sz="965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審核人員</a:t>
            </a:r>
            <a:endParaRPr sz="965" b="1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grpSp>
        <p:nvGrpSpPr>
          <p:cNvPr id="574" name="Google Shape;574;p18"/>
          <p:cNvGrpSpPr/>
          <p:nvPr/>
        </p:nvGrpSpPr>
        <p:grpSpPr>
          <a:xfrm>
            <a:off x="7426552" y="2951135"/>
            <a:ext cx="912542" cy="1012460"/>
            <a:chOff x="9780079" y="2205261"/>
            <a:chExt cx="1324408" cy="1469422"/>
          </a:xfrm>
        </p:grpSpPr>
        <p:sp>
          <p:nvSpPr>
            <p:cNvPr id="575" name="Google Shape;575;p18"/>
            <p:cNvSpPr txBox="1"/>
            <p:nvPr/>
          </p:nvSpPr>
          <p:spPr>
            <a:xfrm>
              <a:off x="9780079" y="2205261"/>
              <a:ext cx="1324408" cy="5845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資管科</a:t>
              </a:r>
              <a:endParaRPr sz="1102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審核人員</a:t>
              </a:r>
              <a:endParaRPr sz="965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cxnSp>
          <p:nvCxnSpPr>
            <p:cNvPr id="576" name="Google Shape;576;p18"/>
            <p:cNvCxnSpPr>
              <a:stCxn id="577" idx="0"/>
              <a:endCxn id="578" idx="2"/>
            </p:cNvCxnSpPr>
            <p:nvPr/>
          </p:nvCxnSpPr>
          <p:spPr>
            <a:xfrm>
              <a:off x="10488402" y="2820883"/>
              <a:ext cx="0" cy="8538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7" name="Google Shape;577;p18"/>
            <p:cNvSpPr/>
            <p:nvPr/>
          </p:nvSpPr>
          <p:spPr>
            <a:xfrm>
              <a:off x="10246752" y="2820883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9882604" y="3413016"/>
              <a:ext cx="1211700" cy="261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65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申請單審核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79" name="Google Shape;579;p18" descr="船長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03172" y="2885590"/>
              <a:ext cx="372609" cy="3726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0" name="Google Shape;580;p18"/>
          <p:cNvGrpSpPr/>
          <p:nvPr/>
        </p:nvGrpSpPr>
        <p:grpSpPr>
          <a:xfrm>
            <a:off x="6240086" y="3130153"/>
            <a:ext cx="1100436" cy="1241865"/>
            <a:chOff x="11604672" y="2451613"/>
            <a:chExt cx="1597105" cy="1802366"/>
          </a:xfrm>
        </p:grpSpPr>
        <p:sp>
          <p:nvSpPr>
            <p:cNvPr id="581" name="Google Shape;581;p18"/>
            <p:cNvSpPr/>
            <p:nvPr/>
          </p:nvSpPr>
          <p:spPr>
            <a:xfrm>
              <a:off x="12067624" y="2823830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FF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82" name="Google Shape;582;p18"/>
            <p:cNvSpPr txBox="1"/>
            <p:nvPr/>
          </p:nvSpPr>
          <p:spPr>
            <a:xfrm>
              <a:off x="11604672" y="2451613"/>
              <a:ext cx="1299301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Approve</a:t>
              </a:r>
              <a:endParaRPr sz="1102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cxnSp>
          <p:nvCxnSpPr>
            <p:cNvPr id="583" name="Google Shape;583;p18"/>
            <p:cNvCxnSpPr>
              <a:stCxn id="581" idx="4"/>
              <a:endCxn id="584" idx="2"/>
            </p:cNvCxnSpPr>
            <p:nvPr/>
          </p:nvCxnSpPr>
          <p:spPr>
            <a:xfrm>
              <a:off x="12309274" y="3307130"/>
              <a:ext cx="0" cy="3573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pic>
          <p:nvPicPr>
            <p:cNvPr id="585" name="Google Shape;585;p18" descr="豎起大拇指標誌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145898" y="2901250"/>
              <a:ext cx="336117" cy="3361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18"/>
            <p:cNvSpPr/>
            <p:nvPr/>
          </p:nvSpPr>
          <p:spPr>
            <a:xfrm>
              <a:off x="11760973" y="3404648"/>
              <a:ext cx="1096800" cy="2598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65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Confirm</a:t>
              </a:r>
              <a:endParaRPr sz="965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 txBox="1"/>
            <p:nvPr/>
          </p:nvSpPr>
          <p:spPr>
            <a:xfrm>
              <a:off x="11738677" y="3730634"/>
              <a:ext cx="1463100" cy="5233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>
                <a:buClr>
                  <a:srgbClr val="000000"/>
                </a:buClr>
                <a:buSzPts val="1400"/>
              </a:pPr>
              <a:r>
                <a:rPr lang="en-US" sz="965" b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確定要上版時</a:t>
              </a:r>
              <a:endParaRPr sz="965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>
                <a:buClr>
                  <a:srgbClr val="000000"/>
                </a:buClr>
                <a:buSzPts val="1400"/>
              </a:pPr>
              <a:r>
                <a:rPr lang="en-US" sz="965" b="1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請資管手動啟用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18"/>
          <p:cNvGrpSpPr/>
          <p:nvPr/>
        </p:nvGrpSpPr>
        <p:grpSpPr>
          <a:xfrm>
            <a:off x="4696490" y="3151735"/>
            <a:ext cx="1338943" cy="575881"/>
            <a:chOff x="414501" y="5394960"/>
            <a:chExt cx="1943259" cy="835799"/>
          </a:xfrm>
        </p:grpSpPr>
        <p:sp>
          <p:nvSpPr>
            <p:cNvPr id="588" name="Google Shape;588;p18"/>
            <p:cNvSpPr/>
            <p:nvPr/>
          </p:nvSpPr>
          <p:spPr>
            <a:xfrm>
              <a:off x="594360" y="5745359"/>
              <a:ext cx="1763400" cy="485400"/>
            </a:xfrm>
            <a:prstGeom prst="roundRect">
              <a:avLst>
                <a:gd name="adj" fmla="val 16667"/>
              </a:avLst>
            </a:prstGeom>
            <a:solidFill>
              <a:srgbClr val="071C6B"/>
            </a:solidFill>
            <a:ln w="1270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177800" dist="76200" dir="5400000" algn="t" rotWithShape="0">
                <a:srgbClr val="0A2CAA">
                  <a:alpha val="40000"/>
                </a:srgbClr>
              </a:outerShdw>
            </a:effectLst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rgbClr val="FFFFFF"/>
                </a:buClr>
                <a:buSzPts val="1400"/>
              </a:pPr>
              <a:r>
                <a:rPr lang="en-US" sz="965" b="1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Jenkins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89" name="Google Shape;58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4501" y="5394960"/>
              <a:ext cx="545121" cy="75277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0" name="Google Shape;590;p18"/>
          <p:cNvGrpSpPr/>
          <p:nvPr/>
        </p:nvGrpSpPr>
        <p:grpSpPr>
          <a:xfrm>
            <a:off x="3594197" y="3157861"/>
            <a:ext cx="939684" cy="1277823"/>
            <a:chOff x="7974606" y="5918741"/>
            <a:chExt cx="1363800" cy="1854554"/>
          </a:xfrm>
        </p:grpSpPr>
        <p:cxnSp>
          <p:nvCxnSpPr>
            <p:cNvPr id="591" name="Google Shape;591;p18"/>
            <p:cNvCxnSpPr/>
            <p:nvPr/>
          </p:nvCxnSpPr>
          <p:spPr>
            <a:xfrm>
              <a:off x="8663035" y="6752095"/>
              <a:ext cx="0" cy="10212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92" name="Google Shape;592;p18"/>
            <p:cNvSpPr/>
            <p:nvPr/>
          </p:nvSpPr>
          <p:spPr>
            <a:xfrm>
              <a:off x="8432508" y="6265334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593" name="Google Shape;593;p18"/>
            <p:cNvSpPr txBox="1"/>
            <p:nvPr/>
          </p:nvSpPr>
          <p:spPr>
            <a:xfrm>
              <a:off x="8213213" y="5918741"/>
              <a:ext cx="9477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Prepare</a:t>
              </a:r>
              <a:endParaRPr sz="1102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7974606" y="6958405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65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選擇 Image</a:t>
              </a:r>
              <a:endParaRPr sz="965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  <p:pic>
          <p:nvPicPr>
            <p:cNvPr id="595" name="Google Shape;595;p18" descr="合約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514160" y="6337817"/>
              <a:ext cx="350835" cy="3508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18"/>
            <p:cNvSpPr/>
            <p:nvPr/>
          </p:nvSpPr>
          <p:spPr>
            <a:xfrm>
              <a:off x="7974606" y="7321891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65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檢查簽章</a:t>
              </a:r>
              <a:endParaRPr sz="965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597" name="Google Shape;597;p18"/>
          <p:cNvGrpSpPr/>
          <p:nvPr/>
        </p:nvGrpSpPr>
        <p:grpSpPr>
          <a:xfrm>
            <a:off x="2397554" y="3157861"/>
            <a:ext cx="939684" cy="1369740"/>
            <a:chOff x="8439231" y="3938864"/>
            <a:chExt cx="1363800" cy="1987956"/>
          </a:xfrm>
        </p:grpSpPr>
        <p:cxnSp>
          <p:nvCxnSpPr>
            <p:cNvPr id="598" name="Google Shape;598;p18"/>
            <p:cNvCxnSpPr/>
            <p:nvPr/>
          </p:nvCxnSpPr>
          <p:spPr>
            <a:xfrm>
              <a:off x="9126560" y="4775120"/>
              <a:ext cx="0" cy="11517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99" name="Google Shape;599;p18"/>
            <p:cNvSpPr/>
            <p:nvPr/>
          </p:nvSpPr>
          <p:spPr>
            <a:xfrm>
              <a:off x="8891216" y="4288007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9001513" y="4378863"/>
              <a:ext cx="260525" cy="300493"/>
            </a:xfrm>
            <a:custGeom>
              <a:avLst/>
              <a:gdLst/>
              <a:ahLst/>
              <a:cxnLst/>
              <a:rect l="l" t="t" r="r" b="b"/>
              <a:pathLst>
                <a:path w="1011749" h="1166962" extrusionOk="0">
                  <a:moveTo>
                    <a:pt x="474873" y="753071"/>
                  </a:moveTo>
                  <a:lnTo>
                    <a:pt x="142537" y="578096"/>
                  </a:lnTo>
                  <a:lnTo>
                    <a:pt x="57079" y="680973"/>
                  </a:lnTo>
                  <a:lnTo>
                    <a:pt x="140448" y="724954"/>
                  </a:lnTo>
                  <a:lnTo>
                    <a:pt x="142347" y="725714"/>
                  </a:lnTo>
                  <a:lnTo>
                    <a:pt x="144056" y="726474"/>
                  </a:lnTo>
                  <a:lnTo>
                    <a:pt x="145860" y="727614"/>
                  </a:lnTo>
                  <a:lnTo>
                    <a:pt x="147284" y="728564"/>
                  </a:lnTo>
                  <a:lnTo>
                    <a:pt x="409450" y="867252"/>
                  </a:lnTo>
                  <a:lnTo>
                    <a:pt x="475918" y="753261"/>
                  </a:lnTo>
                  <a:close/>
                  <a:moveTo>
                    <a:pt x="446387" y="517017"/>
                  </a:moveTo>
                  <a:cubicBezTo>
                    <a:pt x="446721" y="514144"/>
                    <a:pt x="447625" y="511367"/>
                    <a:pt x="449046" y="508847"/>
                  </a:cubicBezTo>
                  <a:cubicBezTo>
                    <a:pt x="450415" y="506337"/>
                    <a:pt x="452252" y="504112"/>
                    <a:pt x="454458" y="502293"/>
                  </a:cubicBezTo>
                  <a:cubicBezTo>
                    <a:pt x="456745" y="500485"/>
                    <a:pt x="459355" y="499131"/>
                    <a:pt x="462149" y="498303"/>
                  </a:cubicBezTo>
                  <a:cubicBezTo>
                    <a:pt x="464926" y="497522"/>
                    <a:pt x="467824" y="497264"/>
                    <a:pt x="470695" y="497543"/>
                  </a:cubicBezTo>
                  <a:cubicBezTo>
                    <a:pt x="473561" y="497846"/>
                    <a:pt x="476337" y="498718"/>
                    <a:pt x="478861" y="500108"/>
                  </a:cubicBezTo>
                  <a:cubicBezTo>
                    <a:pt x="481415" y="501492"/>
                    <a:pt x="483673" y="503364"/>
                    <a:pt x="485508" y="505618"/>
                  </a:cubicBezTo>
                  <a:cubicBezTo>
                    <a:pt x="489140" y="510213"/>
                    <a:pt x="490874" y="516026"/>
                    <a:pt x="490350" y="521861"/>
                  </a:cubicBezTo>
                  <a:lnTo>
                    <a:pt x="484843" y="571637"/>
                  </a:lnTo>
                  <a:lnTo>
                    <a:pt x="506303" y="592345"/>
                  </a:lnTo>
                  <a:lnTo>
                    <a:pt x="529946" y="567457"/>
                  </a:lnTo>
                  <a:lnTo>
                    <a:pt x="520925" y="520436"/>
                  </a:lnTo>
                  <a:cubicBezTo>
                    <a:pt x="520355" y="517679"/>
                    <a:pt x="520355" y="514835"/>
                    <a:pt x="520925" y="512077"/>
                  </a:cubicBezTo>
                  <a:cubicBezTo>
                    <a:pt x="521476" y="509218"/>
                    <a:pt x="522607" y="506502"/>
                    <a:pt x="524249" y="504098"/>
                  </a:cubicBezTo>
                  <a:cubicBezTo>
                    <a:pt x="525886" y="501684"/>
                    <a:pt x="527983" y="499618"/>
                    <a:pt x="530421" y="498018"/>
                  </a:cubicBezTo>
                  <a:cubicBezTo>
                    <a:pt x="532851" y="496445"/>
                    <a:pt x="535557" y="495349"/>
                    <a:pt x="538397" y="494789"/>
                  </a:cubicBezTo>
                  <a:cubicBezTo>
                    <a:pt x="541217" y="494218"/>
                    <a:pt x="544123" y="494218"/>
                    <a:pt x="546943" y="494789"/>
                  </a:cubicBezTo>
                  <a:cubicBezTo>
                    <a:pt x="549793" y="495414"/>
                    <a:pt x="552500" y="496574"/>
                    <a:pt x="554919" y="498208"/>
                  </a:cubicBezTo>
                  <a:cubicBezTo>
                    <a:pt x="557331" y="499846"/>
                    <a:pt x="559397" y="501944"/>
                    <a:pt x="560996" y="504383"/>
                  </a:cubicBezTo>
                  <a:cubicBezTo>
                    <a:pt x="562568" y="506814"/>
                    <a:pt x="563664" y="509522"/>
                    <a:pt x="564224" y="512362"/>
                  </a:cubicBezTo>
                  <a:lnTo>
                    <a:pt x="575429" y="570592"/>
                  </a:lnTo>
                  <a:cubicBezTo>
                    <a:pt x="575620" y="572265"/>
                    <a:pt x="575620" y="573954"/>
                    <a:pt x="575429" y="575627"/>
                  </a:cubicBezTo>
                  <a:cubicBezTo>
                    <a:pt x="575337" y="577332"/>
                    <a:pt x="575051" y="579022"/>
                    <a:pt x="574574" y="580661"/>
                  </a:cubicBezTo>
                  <a:cubicBezTo>
                    <a:pt x="574090" y="582314"/>
                    <a:pt x="573421" y="583908"/>
                    <a:pt x="572580" y="585411"/>
                  </a:cubicBezTo>
                  <a:cubicBezTo>
                    <a:pt x="571733" y="586942"/>
                    <a:pt x="570678" y="588348"/>
                    <a:pt x="569447" y="589590"/>
                  </a:cubicBezTo>
                  <a:lnTo>
                    <a:pt x="521970" y="639081"/>
                  </a:lnTo>
                  <a:cubicBezTo>
                    <a:pt x="519964" y="641137"/>
                    <a:pt x="517577" y="642782"/>
                    <a:pt x="514943" y="643926"/>
                  </a:cubicBezTo>
                  <a:cubicBezTo>
                    <a:pt x="512308" y="645085"/>
                    <a:pt x="509466" y="645698"/>
                    <a:pt x="506587" y="645731"/>
                  </a:cubicBezTo>
                  <a:lnTo>
                    <a:pt x="506113" y="645731"/>
                  </a:lnTo>
                  <a:cubicBezTo>
                    <a:pt x="503350" y="645751"/>
                    <a:pt x="500608" y="645235"/>
                    <a:pt x="498042" y="644211"/>
                  </a:cubicBezTo>
                  <a:cubicBezTo>
                    <a:pt x="495369" y="643163"/>
                    <a:pt x="492919" y="641616"/>
                    <a:pt x="490825" y="639651"/>
                  </a:cubicBezTo>
                  <a:lnTo>
                    <a:pt x="446007" y="596335"/>
                  </a:lnTo>
                  <a:cubicBezTo>
                    <a:pt x="444751" y="595171"/>
                    <a:pt x="443635" y="593864"/>
                    <a:pt x="442684" y="592440"/>
                  </a:cubicBezTo>
                  <a:lnTo>
                    <a:pt x="442684" y="592440"/>
                  </a:lnTo>
                  <a:cubicBezTo>
                    <a:pt x="441778" y="591098"/>
                    <a:pt x="441015" y="589666"/>
                    <a:pt x="440405" y="588166"/>
                  </a:cubicBezTo>
                  <a:cubicBezTo>
                    <a:pt x="439850" y="586526"/>
                    <a:pt x="439437" y="584842"/>
                    <a:pt x="439171" y="583131"/>
                  </a:cubicBezTo>
                  <a:lnTo>
                    <a:pt x="439171" y="583131"/>
                  </a:lnTo>
                  <a:cubicBezTo>
                    <a:pt x="438981" y="581490"/>
                    <a:pt x="438981" y="579833"/>
                    <a:pt x="439171" y="578191"/>
                  </a:cubicBezTo>
                  <a:lnTo>
                    <a:pt x="446387" y="517017"/>
                  </a:lnTo>
                  <a:close/>
                  <a:moveTo>
                    <a:pt x="493294" y="161557"/>
                  </a:moveTo>
                  <a:cubicBezTo>
                    <a:pt x="495611" y="160540"/>
                    <a:pt x="498030" y="159776"/>
                    <a:pt x="500510" y="159277"/>
                  </a:cubicBezTo>
                  <a:cubicBezTo>
                    <a:pt x="503012" y="158785"/>
                    <a:pt x="505556" y="158531"/>
                    <a:pt x="508107" y="158517"/>
                  </a:cubicBezTo>
                  <a:lnTo>
                    <a:pt x="508107" y="158517"/>
                  </a:lnTo>
                  <a:cubicBezTo>
                    <a:pt x="510501" y="158525"/>
                    <a:pt x="512887" y="158780"/>
                    <a:pt x="515228" y="159277"/>
                  </a:cubicBezTo>
                  <a:cubicBezTo>
                    <a:pt x="517705" y="159747"/>
                    <a:pt x="520124" y="160479"/>
                    <a:pt x="522445" y="161462"/>
                  </a:cubicBezTo>
                  <a:lnTo>
                    <a:pt x="522445" y="161462"/>
                  </a:lnTo>
                  <a:cubicBezTo>
                    <a:pt x="524683" y="162432"/>
                    <a:pt x="526841" y="163576"/>
                    <a:pt x="528901" y="164882"/>
                  </a:cubicBezTo>
                  <a:cubicBezTo>
                    <a:pt x="530998" y="166287"/>
                    <a:pt x="532940" y="167911"/>
                    <a:pt x="534694" y="169726"/>
                  </a:cubicBezTo>
                  <a:cubicBezTo>
                    <a:pt x="536509" y="171514"/>
                    <a:pt x="538133" y="173488"/>
                    <a:pt x="539536" y="175616"/>
                  </a:cubicBezTo>
                  <a:cubicBezTo>
                    <a:pt x="540929" y="177708"/>
                    <a:pt x="542107" y="179935"/>
                    <a:pt x="543050" y="182265"/>
                  </a:cubicBezTo>
                  <a:cubicBezTo>
                    <a:pt x="544067" y="184583"/>
                    <a:pt x="544830" y="187004"/>
                    <a:pt x="545328" y="189485"/>
                  </a:cubicBezTo>
                  <a:cubicBezTo>
                    <a:pt x="545816" y="191956"/>
                    <a:pt x="546071" y="194469"/>
                    <a:pt x="546088" y="196989"/>
                  </a:cubicBezTo>
                  <a:lnTo>
                    <a:pt x="546088" y="196989"/>
                  </a:lnTo>
                  <a:cubicBezTo>
                    <a:pt x="546080" y="199384"/>
                    <a:pt x="545826" y="201771"/>
                    <a:pt x="545328" y="204113"/>
                  </a:cubicBezTo>
                  <a:lnTo>
                    <a:pt x="545328" y="204113"/>
                  </a:lnTo>
                  <a:cubicBezTo>
                    <a:pt x="544877" y="206462"/>
                    <a:pt x="544178" y="208754"/>
                    <a:pt x="543239" y="210953"/>
                  </a:cubicBezTo>
                  <a:cubicBezTo>
                    <a:pt x="542301" y="213333"/>
                    <a:pt x="541091" y="215596"/>
                    <a:pt x="539631" y="217697"/>
                  </a:cubicBezTo>
                  <a:cubicBezTo>
                    <a:pt x="538290" y="219815"/>
                    <a:pt x="536695" y="221760"/>
                    <a:pt x="534884" y="223492"/>
                  </a:cubicBezTo>
                  <a:cubicBezTo>
                    <a:pt x="533097" y="225308"/>
                    <a:pt x="531123" y="226932"/>
                    <a:pt x="528996" y="228336"/>
                  </a:cubicBezTo>
                  <a:cubicBezTo>
                    <a:pt x="526906" y="229730"/>
                    <a:pt x="524678" y="230908"/>
                    <a:pt x="522350" y="231851"/>
                  </a:cubicBezTo>
                  <a:cubicBezTo>
                    <a:pt x="520033" y="232868"/>
                    <a:pt x="517613" y="233632"/>
                    <a:pt x="515133" y="234131"/>
                  </a:cubicBezTo>
                  <a:lnTo>
                    <a:pt x="515133" y="234131"/>
                  </a:lnTo>
                  <a:cubicBezTo>
                    <a:pt x="512725" y="234613"/>
                    <a:pt x="510277" y="234868"/>
                    <a:pt x="507822" y="234891"/>
                  </a:cubicBezTo>
                  <a:lnTo>
                    <a:pt x="507822" y="234891"/>
                  </a:lnTo>
                  <a:cubicBezTo>
                    <a:pt x="505428" y="234883"/>
                    <a:pt x="503042" y="234629"/>
                    <a:pt x="500700" y="234131"/>
                  </a:cubicBezTo>
                  <a:lnTo>
                    <a:pt x="500226" y="234131"/>
                  </a:lnTo>
                  <a:cubicBezTo>
                    <a:pt x="497913" y="233666"/>
                    <a:pt x="495654" y="232966"/>
                    <a:pt x="493484" y="232041"/>
                  </a:cubicBezTo>
                  <a:cubicBezTo>
                    <a:pt x="491125" y="231098"/>
                    <a:pt x="488866" y="229921"/>
                    <a:pt x="486742" y="228526"/>
                  </a:cubicBezTo>
                  <a:cubicBezTo>
                    <a:pt x="484664" y="227097"/>
                    <a:pt x="482725" y="225475"/>
                    <a:pt x="480950" y="223682"/>
                  </a:cubicBezTo>
                  <a:lnTo>
                    <a:pt x="480950" y="223682"/>
                  </a:lnTo>
                  <a:cubicBezTo>
                    <a:pt x="479250" y="221968"/>
                    <a:pt x="477724" y="220091"/>
                    <a:pt x="476392" y="218077"/>
                  </a:cubicBezTo>
                  <a:cubicBezTo>
                    <a:pt x="474999" y="215986"/>
                    <a:pt x="473822" y="213758"/>
                    <a:pt x="472879" y="211428"/>
                  </a:cubicBezTo>
                  <a:lnTo>
                    <a:pt x="472879" y="211428"/>
                  </a:lnTo>
                  <a:cubicBezTo>
                    <a:pt x="471936" y="209157"/>
                    <a:pt x="471205" y="206804"/>
                    <a:pt x="470695" y="204398"/>
                  </a:cubicBezTo>
                  <a:cubicBezTo>
                    <a:pt x="470203" y="201895"/>
                    <a:pt x="469949" y="199351"/>
                    <a:pt x="469936" y="196799"/>
                  </a:cubicBezTo>
                  <a:lnTo>
                    <a:pt x="469936" y="196799"/>
                  </a:lnTo>
                  <a:cubicBezTo>
                    <a:pt x="469943" y="194404"/>
                    <a:pt x="470198" y="192017"/>
                    <a:pt x="470695" y="189675"/>
                  </a:cubicBezTo>
                  <a:lnTo>
                    <a:pt x="470695" y="189675"/>
                  </a:lnTo>
                  <a:cubicBezTo>
                    <a:pt x="471159" y="187361"/>
                    <a:pt x="471859" y="185101"/>
                    <a:pt x="472784" y="182930"/>
                  </a:cubicBezTo>
                  <a:lnTo>
                    <a:pt x="472784" y="182930"/>
                  </a:lnTo>
                  <a:cubicBezTo>
                    <a:pt x="473754" y="180691"/>
                    <a:pt x="474897" y="178532"/>
                    <a:pt x="476202" y="176471"/>
                  </a:cubicBezTo>
                  <a:cubicBezTo>
                    <a:pt x="477631" y="174391"/>
                    <a:pt x="479252" y="172452"/>
                    <a:pt x="481045" y="170676"/>
                  </a:cubicBezTo>
                  <a:cubicBezTo>
                    <a:pt x="482832" y="168859"/>
                    <a:pt x="484805" y="167236"/>
                    <a:pt x="486932" y="165832"/>
                  </a:cubicBezTo>
                  <a:cubicBezTo>
                    <a:pt x="489023" y="164438"/>
                    <a:pt x="491250" y="163260"/>
                    <a:pt x="493579" y="162317"/>
                  </a:cubicBezTo>
                  <a:close/>
                  <a:moveTo>
                    <a:pt x="412679" y="335962"/>
                  </a:moveTo>
                  <a:cubicBezTo>
                    <a:pt x="410020" y="330168"/>
                    <a:pt x="407456" y="324373"/>
                    <a:pt x="405177" y="318674"/>
                  </a:cubicBezTo>
                  <a:cubicBezTo>
                    <a:pt x="402898" y="312974"/>
                    <a:pt x="399860" y="305280"/>
                    <a:pt x="397581" y="298820"/>
                  </a:cubicBezTo>
                  <a:cubicBezTo>
                    <a:pt x="395302" y="292361"/>
                    <a:pt x="392833" y="284857"/>
                    <a:pt x="390934" y="277922"/>
                  </a:cubicBezTo>
                  <a:cubicBezTo>
                    <a:pt x="389035" y="270988"/>
                    <a:pt x="387231" y="264148"/>
                    <a:pt x="385807" y="257404"/>
                  </a:cubicBezTo>
                  <a:cubicBezTo>
                    <a:pt x="384383" y="250659"/>
                    <a:pt x="382958" y="242205"/>
                    <a:pt x="382104" y="234796"/>
                  </a:cubicBezTo>
                  <a:cubicBezTo>
                    <a:pt x="381157" y="227484"/>
                    <a:pt x="380586" y="220128"/>
                    <a:pt x="380395" y="212758"/>
                  </a:cubicBezTo>
                  <a:cubicBezTo>
                    <a:pt x="380170" y="205503"/>
                    <a:pt x="380328" y="198242"/>
                    <a:pt x="380869" y="191005"/>
                  </a:cubicBezTo>
                  <a:cubicBezTo>
                    <a:pt x="381337" y="183871"/>
                    <a:pt x="382193" y="176767"/>
                    <a:pt x="383433" y="169726"/>
                  </a:cubicBezTo>
                  <a:cubicBezTo>
                    <a:pt x="384696" y="162394"/>
                    <a:pt x="386344" y="155133"/>
                    <a:pt x="388371" y="147973"/>
                  </a:cubicBezTo>
                  <a:cubicBezTo>
                    <a:pt x="390460" y="140849"/>
                    <a:pt x="392833" y="133724"/>
                    <a:pt x="395682" y="126695"/>
                  </a:cubicBezTo>
                  <a:cubicBezTo>
                    <a:pt x="398497" y="119575"/>
                    <a:pt x="401667" y="112600"/>
                    <a:pt x="405177" y="105797"/>
                  </a:cubicBezTo>
                  <a:lnTo>
                    <a:pt x="405177" y="105797"/>
                  </a:lnTo>
                  <a:cubicBezTo>
                    <a:pt x="409073" y="98841"/>
                    <a:pt x="413320" y="92088"/>
                    <a:pt x="417901" y="85564"/>
                  </a:cubicBezTo>
                  <a:cubicBezTo>
                    <a:pt x="422174" y="79009"/>
                    <a:pt x="426827" y="72360"/>
                    <a:pt x="431954" y="65900"/>
                  </a:cubicBezTo>
                  <a:cubicBezTo>
                    <a:pt x="437082" y="59441"/>
                    <a:pt x="442494" y="52791"/>
                    <a:pt x="448191" y="46427"/>
                  </a:cubicBezTo>
                  <a:cubicBezTo>
                    <a:pt x="453888" y="40062"/>
                    <a:pt x="460155" y="33603"/>
                    <a:pt x="467182" y="27429"/>
                  </a:cubicBezTo>
                  <a:cubicBezTo>
                    <a:pt x="474208" y="21254"/>
                    <a:pt x="480665" y="14700"/>
                    <a:pt x="487977" y="8430"/>
                  </a:cubicBezTo>
                  <a:cubicBezTo>
                    <a:pt x="489171" y="6972"/>
                    <a:pt x="490507" y="5635"/>
                    <a:pt x="491965" y="4441"/>
                  </a:cubicBezTo>
                  <a:cubicBezTo>
                    <a:pt x="493650" y="3415"/>
                    <a:pt x="495430" y="2556"/>
                    <a:pt x="497282" y="1876"/>
                  </a:cubicBezTo>
                  <a:lnTo>
                    <a:pt x="497282" y="1876"/>
                  </a:lnTo>
                  <a:cubicBezTo>
                    <a:pt x="499236" y="1054"/>
                    <a:pt x="501274" y="449"/>
                    <a:pt x="503359" y="71"/>
                  </a:cubicBezTo>
                  <a:lnTo>
                    <a:pt x="503359" y="71"/>
                  </a:lnTo>
                  <a:cubicBezTo>
                    <a:pt x="505099" y="-24"/>
                    <a:pt x="506842" y="-24"/>
                    <a:pt x="508581" y="71"/>
                  </a:cubicBezTo>
                  <a:cubicBezTo>
                    <a:pt x="510463" y="153"/>
                    <a:pt x="512335" y="376"/>
                    <a:pt x="514184" y="736"/>
                  </a:cubicBezTo>
                  <a:cubicBezTo>
                    <a:pt x="517819" y="1418"/>
                    <a:pt x="521298" y="2771"/>
                    <a:pt x="524439" y="4725"/>
                  </a:cubicBezTo>
                  <a:cubicBezTo>
                    <a:pt x="525961" y="5665"/>
                    <a:pt x="527392" y="6747"/>
                    <a:pt x="528712" y="7955"/>
                  </a:cubicBezTo>
                  <a:cubicBezTo>
                    <a:pt x="536783" y="14700"/>
                    <a:pt x="544379" y="21444"/>
                    <a:pt x="551500" y="28283"/>
                  </a:cubicBezTo>
                  <a:cubicBezTo>
                    <a:pt x="558622" y="35123"/>
                    <a:pt x="565269" y="41962"/>
                    <a:pt x="571346" y="48802"/>
                  </a:cubicBezTo>
                  <a:cubicBezTo>
                    <a:pt x="577423" y="55641"/>
                    <a:pt x="583310" y="62576"/>
                    <a:pt x="588817" y="69510"/>
                  </a:cubicBezTo>
                  <a:lnTo>
                    <a:pt x="588817" y="69510"/>
                  </a:lnTo>
                  <a:cubicBezTo>
                    <a:pt x="593945" y="76349"/>
                    <a:pt x="598312" y="83189"/>
                    <a:pt x="602870" y="90123"/>
                  </a:cubicBezTo>
                  <a:cubicBezTo>
                    <a:pt x="607428" y="97058"/>
                    <a:pt x="611036" y="104372"/>
                    <a:pt x="614549" y="111591"/>
                  </a:cubicBezTo>
                  <a:cubicBezTo>
                    <a:pt x="618080" y="118677"/>
                    <a:pt x="621249" y="125938"/>
                    <a:pt x="624045" y="133344"/>
                  </a:cubicBezTo>
                  <a:cubicBezTo>
                    <a:pt x="626577" y="140628"/>
                    <a:pt x="628761" y="147942"/>
                    <a:pt x="630596" y="155288"/>
                  </a:cubicBezTo>
                  <a:cubicBezTo>
                    <a:pt x="632318" y="162653"/>
                    <a:pt x="633649" y="170104"/>
                    <a:pt x="634584" y="177611"/>
                  </a:cubicBezTo>
                  <a:lnTo>
                    <a:pt x="634584" y="178656"/>
                  </a:lnTo>
                  <a:cubicBezTo>
                    <a:pt x="635439" y="185590"/>
                    <a:pt x="635914" y="192524"/>
                    <a:pt x="636199" y="199459"/>
                  </a:cubicBezTo>
                  <a:cubicBezTo>
                    <a:pt x="636484" y="206393"/>
                    <a:pt x="636199" y="213708"/>
                    <a:pt x="636199" y="220737"/>
                  </a:cubicBezTo>
                  <a:cubicBezTo>
                    <a:pt x="636199" y="227766"/>
                    <a:pt x="635059" y="235176"/>
                    <a:pt x="634015" y="242300"/>
                  </a:cubicBezTo>
                  <a:cubicBezTo>
                    <a:pt x="632970" y="249425"/>
                    <a:pt x="631736" y="256834"/>
                    <a:pt x="630217" y="264053"/>
                  </a:cubicBezTo>
                  <a:cubicBezTo>
                    <a:pt x="628697" y="271273"/>
                    <a:pt x="627178" y="276972"/>
                    <a:pt x="625374" y="283717"/>
                  </a:cubicBezTo>
                  <a:cubicBezTo>
                    <a:pt x="623570" y="290461"/>
                    <a:pt x="621481" y="297110"/>
                    <a:pt x="619392" y="303475"/>
                  </a:cubicBezTo>
                  <a:cubicBezTo>
                    <a:pt x="617303" y="309839"/>
                    <a:pt x="615214" y="315634"/>
                    <a:pt x="612745" y="322473"/>
                  </a:cubicBezTo>
                  <a:cubicBezTo>
                    <a:pt x="610276" y="329313"/>
                    <a:pt x="608662" y="333207"/>
                    <a:pt x="606478" y="338717"/>
                  </a:cubicBezTo>
                  <a:cubicBezTo>
                    <a:pt x="610656" y="342897"/>
                    <a:pt x="615024" y="347076"/>
                    <a:pt x="619487" y="351256"/>
                  </a:cubicBezTo>
                  <a:cubicBezTo>
                    <a:pt x="630990" y="361878"/>
                    <a:pt x="641956" y="373069"/>
                    <a:pt x="652341" y="384788"/>
                  </a:cubicBezTo>
                  <a:cubicBezTo>
                    <a:pt x="653184" y="385760"/>
                    <a:pt x="653977" y="386774"/>
                    <a:pt x="654715" y="387828"/>
                  </a:cubicBezTo>
                  <a:cubicBezTo>
                    <a:pt x="655490" y="388899"/>
                    <a:pt x="656158" y="390045"/>
                    <a:pt x="656709" y="391247"/>
                  </a:cubicBezTo>
                  <a:cubicBezTo>
                    <a:pt x="657382" y="392385"/>
                    <a:pt x="657923" y="393597"/>
                    <a:pt x="658323" y="394857"/>
                  </a:cubicBezTo>
                  <a:cubicBezTo>
                    <a:pt x="658816" y="396054"/>
                    <a:pt x="659197" y="397295"/>
                    <a:pt x="659462" y="398562"/>
                  </a:cubicBezTo>
                  <a:cubicBezTo>
                    <a:pt x="659462" y="399797"/>
                    <a:pt x="659462" y="401127"/>
                    <a:pt x="660127" y="402551"/>
                  </a:cubicBezTo>
                  <a:cubicBezTo>
                    <a:pt x="660222" y="403912"/>
                    <a:pt x="660222" y="405276"/>
                    <a:pt x="660127" y="406636"/>
                  </a:cubicBezTo>
                  <a:cubicBezTo>
                    <a:pt x="660228" y="407964"/>
                    <a:pt x="660228" y="409298"/>
                    <a:pt x="660127" y="410626"/>
                  </a:cubicBezTo>
                  <a:lnTo>
                    <a:pt x="660127" y="410626"/>
                  </a:lnTo>
                  <a:cubicBezTo>
                    <a:pt x="659940" y="411779"/>
                    <a:pt x="659685" y="412921"/>
                    <a:pt x="659367" y="414046"/>
                  </a:cubicBezTo>
                  <a:lnTo>
                    <a:pt x="653005" y="437034"/>
                  </a:lnTo>
                  <a:cubicBezTo>
                    <a:pt x="649492" y="452327"/>
                    <a:pt x="645979" y="467811"/>
                    <a:pt x="641991" y="483390"/>
                  </a:cubicBezTo>
                  <a:lnTo>
                    <a:pt x="641991" y="483390"/>
                  </a:lnTo>
                  <a:cubicBezTo>
                    <a:pt x="641468" y="485318"/>
                    <a:pt x="640769" y="487194"/>
                    <a:pt x="639902" y="488994"/>
                  </a:cubicBezTo>
                  <a:cubicBezTo>
                    <a:pt x="638991" y="490813"/>
                    <a:pt x="637944" y="492559"/>
                    <a:pt x="636768" y="494219"/>
                  </a:cubicBezTo>
                  <a:lnTo>
                    <a:pt x="636768" y="494219"/>
                  </a:lnTo>
                  <a:cubicBezTo>
                    <a:pt x="635654" y="495713"/>
                    <a:pt x="634380" y="497083"/>
                    <a:pt x="632970" y="498303"/>
                  </a:cubicBezTo>
                  <a:cubicBezTo>
                    <a:pt x="631513" y="499663"/>
                    <a:pt x="629921" y="500872"/>
                    <a:pt x="628223" y="501913"/>
                  </a:cubicBezTo>
                  <a:cubicBezTo>
                    <a:pt x="626517" y="502988"/>
                    <a:pt x="624704" y="503880"/>
                    <a:pt x="622810" y="504573"/>
                  </a:cubicBezTo>
                  <a:cubicBezTo>
                    <a:pt x="620973" y="505308"/>
                    <a:pt x="619063" y="505848"/>
                    <a:pt x="617113" y="506188"/>
                  </a:cubicBezTo>
                  <a:cubicBezTo>
                    <a:pt x="615158" y="506422"/>
                    <a:pt x="613181" y="506422"/>
                    <a:pt x="611226" y="506188"/>
                  </a:cubicBezTo>
                  <a:cubicBezTo>
                    <a:pt x="609330" y="506332"/>
                    <a:pt x="607425" y="506332"/>
                    <a:pt x="605529" y="506188"/>
                  </a:cubicBezTo>
                  <a:lnTo>
                    <a:pt x="603440" y="505713"/>
                  </a:lnTo>
                  <a:lnTo>
                    <a:pt x="600591" y="504763"/>
                  </a:lnTo>
                  <a:cubicBezTo>
                    <a:pt x="597145" y="503590"/>
                    <a:pt x="593931" y="501822"/>
                    <a:pt x="591096" y="499538"/>
                  </a:cubicBezTo>
                  <a:cubicBezTo>
                    <a:pt x="577065" y="488352"/>
                    <a:pt x="562245" y="478193"/>
                    <a:pt x="546753" y="469141"/>
                  </a:cubicBezTo>
                  <a:cubicBezTo>
                    <a:pt x="537283" y="463494"/>
                    <a:pt x="526678" y="460023"/>
                    <a:pt x="515703" y="458977"/>
                  </a:cubicBezTo>
                  <a:cubicBezTo>
                    <a:pt x="505086" y="458855"/>
                    <a:pt x="494555" y="460891"/>
                    <a:pt x="484748" y="464961"/>
                  </a:cubicBezTo>
                  <a:cubicBezTo>
                    <a:pt x="472784" y="469426"/>
                    <a:pt x="458636" y="476360"/>
                    <a:pt x="440880" y="485004"/>
                  </a:cubicBezTo>
                  <a:cubicBezTo>
                    <a:pt x="440308" y="485280"/>
                    <a:pt x="439701" y="485472"/>
                    <a:pt x="439076" y="485574"/>
                  </a:cubicBezTo>
                  <a:lnTo>
                    <a:pt x="438601" y="485574"/>
                  </a:lnTo>
                  <a:lnTo>
                    <a:pt x="435657" y="487284"/>
                  </a:lnTo>
                  <a:lnTo>
                    <a:pt x="435657" y="487284"/>
                  </a:lnTo>
                  <a:lnTo>
                    <a:pt x="431384" y="489469"/>
                  </a:lnTo>
                  <a:lnTo>
                    <a:pt x="414483" y="497638"/>
                  </a:lnTo>
                  <a:cubicBezTo>
                    <a:pt x="412604" y="498573"/>
                    <a:pt x="410630" y="499305"/>
                    <a:pt x="408596" y="499823"/>
                  </a:cubicBezTo>
                  <a:cubicBezTo>
                    <a:pt x="406564" y="500286"/>
                    <a:pt x="404501" y="500603"/>
                    <a:pt x="402424" y="500773"/>
                  </a:cubicBezTo>
                  <a:cubicBezTo>
                    <a:pt x="398261" y="500992"/>
                    <a:pt x="394097" y="500379"/>
                    <a:pt x="390175" y="498968"/>
                  </a:cubicBezTo>
                  <a:cubicBezTo>
                    <a:pt x="386255" y="497547"/>
                    <a:pt x="382645" y="495387"/>
                    <a:pt x="379540" y="492604"/>
                  </a:cubicBezTo>
                  <a:cubicBezTo>
                    <a:pt x="377974" y="491224"/>
                    <a:pt x="376543" y="489697"/>
                    <a:pt x="375267" y="488044"/>
                  </a:cubicBezTo>
                  <a:lnTo>
                    <a:pt x="375267" y="488044"/>
                  </a:lnTo>
                  <a:cubicBezTo>
                    <a:pt x="374092" y="486418"/>
                    <a:pt x="373044" y="484703"/>
                    <a:pt x="372134" y="482915"/>
                  </a:cubicBezTo>
                  <a:cubicBezTo>
                    <a:pt x="370875" y="480194"/>
                    <a:pt x="369981" y="477320"/>
                    <a:pt x="369475" y="474365"/>
                  </a:cubicBezTo>
                  <a:cubicBezTo>
                    <a:pt x="364822" y="453467"/>
                    <a:pt x="359980" y="426869"/>
                    <a:pt x="357321" y="405496"/>
                  </a:cubicBezTo>
                  <a:cubicBezTo>
                    <a:pt x="357227" y="404295"/>
                    <a:pt x="357227" y="403088"/>
                    <a:pt x="357321" y="401887"/>
                  </a:cubicBezTo>
                  <a:lnTo>
                    <a:pt x="357321" y="401887"/>
                  </a:lnTo>
                  <a:cubicBezTo>
                    <a:pt x="357226" y="400622"/>
                    <a:pt x="357226" y="399351"/>
                    <a:pt x="357321" y="398087"/>
                  </a:cubicBezTo>
                  <a:lnTo>
                    <a:pt x="357321" y="398087"/>
                  </a:lnTo>
                  <a:lnTo>
                    <a:pt x="357891" y="394382"/>
                  </a:lnTo>
                  <a:cubicBezTo>
                    <a:pt x="357891" y="393052"/>
                    <a:pt x="358555" y="391817"/>
                    <a:pt x="358935" y="390582"/>
                  </a:cubicBezTo>
                  <a:cubicBezTo>
                    <a:pt x="359315" y="389348"/>
                    <a:pt x="359885" y="388113"/>
                    <a:pt x="360454" y="386878"/>
                  </a:cubicBezTo>
                  <a:cubicBezTo>
                    <a:pt x="361052" y="385651"/>
                    <a:pt x="361750" y="384475"/>
                    <a:pt x="362543" y="383363"/>
                  </a:cubicBezTo>
                  <a:lnTo>
                    <a:pt x="362543" y="383363"/>
                  </a:lnTo>
                  <a:cubicBezTo>
                    <a:pt x="363218" y="382343"/>
                    <a:pt x="363947" y="381360"/>
                    <a:pt x="364727" y="380418"/>
                  </a:cubicBezTo>
                  <a:lnTo>
                    <a:pt x="367576" y="377569"/>
                  </a:lnTo>
                  <a:lnTo>
                    <a:pt x="413153" y="336057"/>
                  </a:lnTo>
                  <a:close/>
                  <a:moveTo>
                    <a:pt x="429011" y="248380"/>
                  </a:moveTo>
                  <a:cubicBezTo>
                    <a:pt x="430435" y="254839"/>
                    <a:pt x="432049" y="261394"/>
                    <a:pt x="433948" y="267948"/>
                  </a:cubicBezTo>
                  <a:cubicBezTo>
                    <a:pt x="435847" y="274502"/>
                    <a:pt x="438126" y="281342"/>
                    <a:pt x="440690" y="288276"/>
                  </a:cubicBezTo>
                  <a:cubicBezTo>
                    <a:pt x="443254" y="295211"/>
                    <a:pt x="446102" y="302335"/>
                    <a:pt x="449236" y="309459"/>
                  </a:cubicBezTo>
                  <a:cubicBezTo>
                    <a:pt x="452369" y="316584"/>
                    <a:pt x="455693" y="323803"/>
                    <a:pt x="459491" y="331403"/>
                  </a:cubicBezTo>
                  <a:lnTo>
                    <a:pt x="459491" y="331403"/>
                  </a:lnTo>
                  <a:cubicBezTo>
                    <a:pt x="460453" y="333511"/>
                    <a:pt x="461092" y="335753"/>
                    <a:pt x="461390" y="338052"/>
                  </a:cubicBezTo>
                  <a:cubicBezTo>
                    <a:pt x="462301" y="345155"/>
                    <a:pt x="459676" y="352252"/>
                    <a:pt x="454363" y="357050"/>
                  </a:cubicBezTo>
                  <a:lnTo>
                    <a:pt x="401759" y="405686"/>
                  </a:lnTo>
                  <a:lnTo>
                    <a:pt x="409830" y="451567"/>
                  </a:lnTo>
                  <a:cubicBezTo>
                    <a:pt x="413818" y="449572"/>
                    <a:pt x="418091" y="447293"/>
                    <a:pt x="422174" y="445488"/>
                  </a:cubicBezTo>
                  <a:cubicBezTo>
                    <a:pt x="443444" y="435229"/>
                    <a:pt x="460155" y="426489"/>
                    <a:pt x="475348" y="421455"/>
                  </a:cubicBezTo>
                  <a:cubicBezTo>
                    <a:pt x="488776" y="415944"/>
                    <a:pt x="503185" y="413229"/>
                    <a:pt x="517697" y="413476"/>
                  </a:cubicBezTo>
                  <a:cubicBezTo>
                    <a:pt x="531969" y="414321"/>
                    <a:pt x="545880" y="418311"/>
                    <a:pt x="558432" y="425160"/>
                  </a:cubicBezTo>
                  <a:cubicBezTo>
                    <a:pt x="574229" y="433609"/>
                    <a:pt x="589314" y="443331"/>
                    <a:pt x="603535" y="454227"/>
                  </a:cubicBezTo>
                  <a:lnTo>
                    <a:pt x="614075" y="409676"/>
                  </a:lnTo>
                  <a:lnTo>
                    <a:pt x="563939" y="359520"/>
                  </a:lnTo>
                  <a:lnTo>
                    <a:pt x="563275" y="358760"/>
                  </a:lnTo>
                  <a:cubicBezTo>
                    <a:pt x="561912" y="357245"/>
                    <a:pt x="560761" y="355551"/>
                    <a:pt x="559856" y="353726"/>
                  </a:cubicBezTo>
                  <a:cubicBezTo>
                    <a:pt x="558942" y="351931"/>
                    <a:pt x="558302" y="350011"/>
                    <a:pt x="557957" y="348026"/>
                  </a:cubicBezTo>
                  <a:lnTo>
                    <a:pt x="557957" y="347551"/>
                  </a:lnTo>
                  <a:cubicBezTo>
                    <a:pt x="557621" y="345507"/>
                    <a:pt x="557621" y="343421"/>
                    <a:pt x="557957" y="341377"/>
                  </a:cubicBezTo>
                  <a:cubicBezTo>
                    <a:pt x="558181" y="339218"/>
                    <a:pt x="558725" y="337105"/>
                    <a:pt x="559571" y="335107"/>
                  </a:cubicBezTo>
                  <a:lnTo>
                    <a:pt x="559571" y="335107"/>
                  </a:lnTo>
                  <a:cubicBezTo>
                    <a:pt x="562610" y="327983"/>
                    <a:pt x="565459" y="321143"/>
                    <a:pt x="568022" y="314589"/>
                  </a:cubicBezTo>
                  <a:cubicBezTo>
                    <a:pt x="570586" y="308035"/>
                    <a:pt x="573055" y="301290"/>
                    <a:pt x="575334" y="294451"/>
                  </a:cubicBezTo>
                  <a:cubicBezTo>
                    <a:pt x="577613" y="287611"/>
                    <a:pt x="579702" y="281247"/>
                    <a:pt x="581506" y="274787"/>
                  </a:cubicBezTo>
                  <a:cubicBezTo>
                    <a:pt x="583310" y="268328"/>
                    <a:pt x="584924" y="261868"/>
                    <a:pt x="586253" y="255789"/>
                  </a:cubicBezTo>
                  <a:cubicBezTo>
                    <a:pt x="587583" y="249710"/>
                    <a:pt x="588722" y="243440"/>
                    <a:pt x="589577" y="237456"/>
                  </a:cubicBezTo>
                  <a:cubicBezTo>
                    <a:pt x="590431" y="231471"/>
                    <a:pt x="591001" y="225392"/>
                    <a:pt x="591381" y="219407"/>
                  </a:cubicBezTo>
                  <a:cubicBezTo>
                    <a:pt x="591761" y="213423"/>
                    <a:pt x="591856" y="207628"/>
                    <a:pt x="591381" y="201834"/>
                  </a:cubicBezTo>
                  <a:cubicBezTo>
                    <a:pt x="591272" y="196050"/>
                    <a:pt x="590828" y="190277"/>
                    <a:pt x="590051" y="184545"/>
                  </a:cubicBezTo>
                  <a:lnTo>
                    <a:pt x="590051" y="183975"/>
                  </a:lnTo>
                  <a:cubicBezTo>
                    <a:pt x="588514" y="172019"/>
                    <a:pt x="585681" y="160266"/>
                    <a:pt x="581601" y="148923"/>
                  </a:cubicBezTo>
                  <a:cubicBezTo>
                    <a:pt x="579497" y="142977"/>
                    <a:pt x="577088" y="137142"/>
                    <a:pt x="574384" y="131445"/>
                  </a:cubicBezTo>
                  <a:cubicBezTo>
                    <a:pt x="571514" y="125494"/>
                    <a:pt x="568344" y="119692"/>
                    <a:pt x="564889" y="114061"/>
                  </a:cubicBezTo>
                  <a:cubicBezTo>
                    <a:pt x="561281" y="108267"/>
                    <a:pt x="557387" y="102472"/>
                    <a:pt x="553020" y="96678"/>
                  </a:cubicBezTo>
                  <a:cubicBezTo>
                    <a:pt x="548652" y="90883"/>
                    <a:pt x="543524" y="85089"/>
                    <a:pt x="538777" y="79199"/>
                  </a:cubicBezTo>
                  <a:cubicBezTo>
                    <a:pt x="534029" y="73310"/>
                    <a:pt x="528617" y="68275"/>
                    <a:pt x="523014" y="62861"/>
                  </a:cubicBezTo>
                  <a:cubicBezTo>
                    <a:pt x="517412" y="57446"/>
                    <a:pt x="513519" y="53361"/>
                    <a:pt x="508012" y="48897"/>
                  </a:cubicBezTo>
                  <a:cubicBezTo>
                    <a:pt x="503264" y="53171"/>
                    <a:pt x="498516" y="57446"/>
                    <a:pt x="494528" y="61626"/>
                  </a:cubicBezTo>
                  <a:cubicBezTo>
                    <a:pt x="490540" y="65805"/>
                    <a:pt x="484368" y="71125"/>
                    <a:pt x="480001" y="76064"/>
                  </a:cubicBezTo>
                  <a:cubicBezTo>
                    <a:pt x="475633" y="81004"/>
                    <a:pt x="470505" y="87083"/>
                    <a:pt x="466137" y="92593"/>
                  </a:cubicBezTo>
                  <a:cubicBezTo>
                    <a:pt x="461770" y="98103"/>
                    <a:pt x="457971" y="103517"/>
                    <a:pt x="454458" y="109122"/>
                  </a:cubicBezTo>
                  <a:cubicBezTo>
                    <a:pt x="450945" y="114726"/>
                    <a:pt x="447527" y="120141"/>
                    <a:pt x="444963" y="125745"/>
                  </a:cubicBezTo>
                  <a:cubicBezTo>
                    <a:pt x="442399" y="131350"/>
                    <a:pt x="439076" y="137239"/>
                    <a:pt x="436892" y="142559"/>
                  </a:cubicBezTo>
                  <a:cubicBezTo>
                    <a:pt x="434636" y="148110"/>
                    <a:pt x="432702" y="153788"/>
                    <a:pt x="431100" y="159562"/>
                  </a:cubicBezTo>
                  <a:cubicBezTo>
                    <a:pt x="429484" y="165333"/>
                    <a:pt x="428248" y="171204"/>
                    <a:pt x="427396" y="177136"/>
                  </a:cubicBezTo>
                  <a:cubicBezTo>
                    <a:pt x="426373" y="182791"/>
                    <a:pt x="425676" y="188500"/>
                    <a:pt x="425307" y="194234"/>
                  </a:cubicBezTo>
                  <a:cubicBezTo>
                    <a:pt x="425307" y="200124"/>
                    <a:pt x="424738" y="205918"/>
                    <a:pt x="425307" y="211808"/>
                  </a:cubicBezTo>
                  <a:cubicBezTo>
                    <a:pt x="425877" y="217697"/>
                    <a:pt x="425972" y="223587"/>
                    <a:pt x="426732" y="229761"/>
                  </a:cubicBezTo>
                  <a:cubicBezTo>
                    <a:pt x="427491" y="235936"/>
                    <a:pt x="428536" y="242205"/>
                    <a:pt x="429770" y="248760"/>
                  </a:cubicBezTo>
                  <a:close/>
                  <a:moveTo>
                    <a:pt x="883172" y="528511"/>
                  </a:moveTo>
                  <a:cubicBezTo>
                    <a:pt x="884355" y="529041"/>
                    <a:pt x="885471" y="529710"/>
                    <a:pt x="886496" y="530506"/>
                  </a:cubicBezTo>
                  <a:cubicBezTo>
                    <a:pt x="887562" y="531257"/>
                    <a:pt x="888548" y="532117"/>
                    <a:pt x="889439" y="533070"/>
                  </a:cubicBezTo>
                  <a:cubicBezTo>
                    <a:pt x="890218" y="533914"/>
                    <a:pt x="890947" y="534802"/>
                    <a:pt x="891623" y="535730"/>
                  </a:cubicBezTo>
                  <a:cubicBezTo>
                    <a:pt x="892154" y="536519"/>
                    <a:pt x="892630" y="537345"/>
                    <a:pt x="893047" y="538200"/>
                  </a:cubicBezTo>
                  <a:lnTo>
                    <a:pt x="1006611" y="673563"/>
                  </a:lnTo>
                  <a:cubicBezTo>
                    <a:pt x="1008472" y="675755"/>
                    <a:pt x="1009868" y="678311"/>
                    <a:pt x="1010694" y="681068"/>
                  </a:cubicBezTo>
                  <a:cubicBezTo>
                    <a:pt x="1011615" y="683817"/>
                    <a:pt x="1011938" y="686732"/>
                    <a:pt x="1011644" y="689617"/>
                  </a:cubicBezTo>
                  <a:cubicBezTo>
                    <a:pt x="1011426" y="692535"/>
                    <a:pt x="1010618" y="695379"/>
                    <a:pt x="1009270" y="697976"/>
                  </a:cubicBezTo>
                  <a:lnTo>
                    <a:pt x="1009270" y="697976"/>
                  </a:lnTo>
                  <a:cubicBezTo>
                    <a:pt x="1007941" y="700403"/>
                    <a:pt x="1006165" y="702561"/>
                    <a:pt x="1004048" y="704341"/>
                  </a:cubicBezTo>
                  <a:lnTo>
                    <a:pt x="1001864" y="705955"/>
                  </a:lnTo>
                  <a:cubicBezTo>
                    <a:pt x="1001171" y="706423"/>
                    <a:pt x="1000439" y="706836"/>
                    <a:pt x="999680" y="707190"/>
                  </a:cubicBezTo>
                  <a:lnTo>
                    <a:pt x="902163" y="758676"/>
                  </a:lnTo>
                  <a:lnTo>
                    <a:pt x="902163" y="955024"/>
                  </a:lnTo>
                  <a:cubicBezTo>
                    <a:pt x="902188" y="957181"/>
                    <a:pt x="901868" y="959327"/>
                    <a:pt x="901213" y="961389"/>
                  </a:cubicBezTo>
                  <a:cubicBezTo>
                    <a:pt x="900588" y="963478"/>
                    <a:pt x="899661" y="965464"/>
                    <a:pt x="898460" y="967278"/>
                  </a:cubicBezTo>
                  <a:cubicBezTo>
                    <a:pt x="897294" y="969074"/>
                    <a:pt x="895851" y="970679"/>
                    <a:pt x="894187" y="972028"/>
                  </a:cubicBezTo>
                  <a:cubicBezTo>
                    <a:pt x="892569" y="973367"/>
                    <a:pt x="890781" y="974488"/>
                    <a:pt x="888869" y="975352"/>
                  </a:cubicBezTo>
                  <a:lnTo>
                    <a:pt x="522350" y="1161347"/>
                  </a:lnTo>
                  <a:cubicBezTo>
                    <a:pt x="521583" y="1162144"/>
                    <a:pt x="520722" y="1162847"/>
                    <a:pt x="519786" y="1163436"/>
                  </a:cubicBezTo>
                  <a:cubicBezTo>
                    <a:pt x="518669" y="1164196"/>
                    <a:pt x="517494" y="1164861"/>
                    <a:pt x="516273" y="1165431"/>
                  </a:cubicBezTo>
                  <a:cubicBezTo>
                    <a:pt x="514866" y="1166049"/>
                    <a:pt x="513404" y="1166524"/>
                    <a:pt x="511905" y="1166856"/>
                  </a:cubicBezTo>
                  <a:lnTo>
                    <a:pt x="511905" y="1166856"/>
                  </a:lnTo>
                  <a:cubicBezTo>
                    <a:pt x="510452" y="1166999"/>
                    <a:pt x="508990" y="1166999"/>
                    <a:pt x="507537" y="1166856"/>
                  </a:cubicBezTo>
                  <a:cubicBezTo>
                    <a:pt x="505512" y="1166866"/>
                    <a:pt x="503497" y="1166581"/>
                    <a:pt x="501555" y="1166001"/>
                  </a:cubicBezTo>
                  <a:cubicBezTo>
                    <a:pt x="499589" y="1165469"/>
                    <a:pt x="497705" y="1164671"/>
                    <a:pt x="495953" y="1163626"/>
                  </a:cubicBezTo>
                  <a:cubicBezTo>
                    <a:pt x="494502" y="1162705"/>
                    <a:pt x="493163" y="1161622"/>
                    <a:pt x="491965" y="1160397"/>
                  </a:cubicBezTo>
                  <a:lnTo>
                    <a:pt x="491965" y="1160397"/>
                  </a:lnTo>
                  <a:cubicBezTo>
                    <a:pt x="491162" y="1159608"/>
                    <a:pt x="490431" y="1158753"/>
                    <a:pt x="489781" y="1157832"/>
                  </a:cubicBezTo>
                  <a:lnTo>
                    <a:pt x="123546" y="974783"/>
                  </a:lnTo>
                  <a:cubicBezTo>
                    <a:pt x="121741" y="973842"/>
                    <a:pt x="120052" y="972693"/>
                    <a:pt x="118513" y="971363"/>
                  </a:cubicBezTo>
                  <a:cubicBezTo>
                    <a:pt x="117045" y="969957"/>
                    <a:pt x="115767" y="968361"/>
                    <a:pt x="114715" y="966613"/>
                  </a:cubicBezTo>
                  <a:cubicBezTo>
                    <a:pt x="113698" y="965084"/>
                    <a:pt x="112900" y="963421"/>
                    <a:pt x="112341" y="961674"/>
                  </a:cubicBezTo>
                  <a:cubicBezTo>
                    <a:pt x="111842" y="960002"/>
                    <a:pt x="111524" y="958282"/>
                    <a:pt x="111392" y="956544"/>
                  </a:cubicBezTo>
                  <a:lnTo>
                    <a:pt x="111392" y="760006"/>
                  </a:lnTo>
                  <a:lnTo>
                    <a:pt x="11406" y="707000"/>
                  </a:lnTo>
                  <a:cubicBezTo>
                    <a:pt x="10129" y="706256"/>
                    <a:pt x="8921" y="705397"/>
                    <a:pt x="7798" y="704436"/>
                  </a:cubicBezTo>
                  <a:cubicBezTo>
                    <a:pt x="5698" y="702624"/>
                    <a:pt x="3958" y="700433"/>
                    <a:pt x="2670" y="697976"/>
                  </a:cubicBezTo>
                  <a:cubicBezTo>
                    <a:pt x="1273" y="695386"/>
                    <a:pt x="402" y="692546"/>
                    <a:pt x="107" y="689617"/>
                  </a:cubicBezTo>
                  <a:cubicBezTo>
                    <a:pt x="-190" y="686732"/>
                    <a:pt x="134" y="683817"/>
                    <a:pt x="1056" y="681068"/>
                  </a:cubicBezTo>
                  <a:cubicBezTo>
                    <a:pt x="1922" y="678326"/>
                    <a:pt x="3308" y="675779"/>
                    <a:pt x="5139" y="673563"/>
                  </a:cubicBezTo>
                  <a:lnTo>
                    <a:pt x="120318" y="535825"/>
                  </a:lnTo>
                  <a:cubicBezTo>
                    <a:pt x="120685" y="535285"/>
                    <a:pt x="121133" y="534804"/>
                    <a:pt x="121647" y="534400"/>
                  </a:cubicBezTo>
                  <a:lnTo>
                    <a:pt x="123451" y="532785"/>
                  </a:lnTo>
                  <a:lnTo>
                    <a:pt x="125160" y="531645"/>
                  </a:lnTo>
                  <a:lnTo>
                    <a:pt x="126490" y="530886"/>
                  </a:lnTo>
                  <a:cubicBezTo>
                    <a:pt x="127274" y="530262"/>
                    <a:pt x="128099" y="529691"/>
                    <a:pt x="128958" y="529176"/>
                  </a:cubicBezTo>
                  <a:lnTo>
                    <a:pt x="130288" y="528511"/>
                  </a:lnTo>
                  <a:lnTo>
                    <a:pt x="306331" y="441023"/>
                  </a:lnTo>
                  <a:cubicBezTo>
                    <a:pt x="308909" y="439729"/>
                    <a:pt x="311716" y="438955"/>
                    <a:pt x="314592" y="438743"/>
                  </a:cubicBezTo>
                  <a:cubicBezTo>
                    <a:pt x="317488" y="438541"/>
                    <a:pt x="320396" y="438929"/>
                    <a:pt x="323138" y="439883"/>
                  </a:cubicBezTo>
                  <a:cubicBezTo>
                    <a:pt x="325889" y="440815"/>
                    <a:pt x="328435" y="442266"/>
                    <a:pt x="330639" y="444158"/>
                  </a:cubicBezTo>
                  <a:cubicBezTo>
                    <a:pt x="332788" y="446095"/>
                    <a:pt x="334559" y="448414"/>
                    <a:pt x="335861" y="450997"/>
                  </a:cubicBezTo>
                  <a:lnTo>
                    <a:pt x="335861" y="450997"/>
                  </a:lnTo>
                  <a:cubicBezTo>
                    <a:pt x="337084" y="453597"/>
                    <a:pt x="337823" y="456398"/>
                    <a:pt x="338045" y="459262"/>
                  </a:cubicBezTo>
                  <a:cubicBezTo>
                    <a:pt x="338147" y="462124"/>
                    <a:pt x="337762" y="464983"/>
                    <a:pt x="336906" y="467716"/>
                  </a:cubicBezTo>
                  <a:cubicBezTo>
                    <a:pt x="335886" y="470410"/>
                    <a:pt x="334373" y="472891"/>
                    <a:pt x="332443" y="475030"/>
                  </a:cubicBezTo>
                  <a:cubicBezTo>
                    <a:pt x="330548" y="477224"/>
                    <a:pt x="328221" y="479002"/>
                    <a:pt x="325607" y="480255"/>
                  </a:cubicBezTo>
                  <a:lnTo>
                    <a:pt x="185076" y="551024"/>
                  </a:lnTo>
                  <a:lnTo>
                    <a:pt x="505828" y="719254"/>
                  </a:lnTo>
                  <a:lnTo>
                    <a:pt x="827625" y="550074"/>
                  </a:lnTo>
                  <a:lnTo>
                    <a:pt x="688518" y="480920"/>
                  </a:lnTo>
                  <a:cubicBezTo>
                    <a:pt x="685921" y="479640"/>
                    <a:pt x="683598" y="477866"/>
                    <a:pt x="681681" y="475695"/>
                  </a:cubicBezTo>
                  <a:cubicBezTo>
                    <a:pt x="679766" y="473491"/>
                    <a:pt x="678284" y="470946"/>
                    <a:pt x="677313" y="468191"/>
                  </a:cubicBezTo>
                  <a:cubicBezTo>
                    <a:pt x="676443" y="465429"/>
                    <a:pt x="676089" y="462531"/>
                    <a:pt x="676269" y="459642"/>
                  </a:cubicBezTo>
                  <a:cubicBezTo>
                    <a:pt x="676398" y="456732"/>
                    <a:pt x="677143" y="453883"/>
                    <a:pt x="678453" y="451282"/>
                  </a:cubicBezTo>
                  <a:cubicBezTo>
                    <a:pt x="679756" y="448699"/>
                    <a:pt x="681527" y="446380"/>
                    <a:pt x="683675" y="444443"/>
                  </a:cubicBezTo>
                  <a:cubicBezTo>
                    <a:pt x="685893" y="442570"/>
                    <a:pt x="688435" y="441120"/>
                    <a:pt x="691177" y="440168"/>
                  </a:cubicBezTo>
                  <a:cubicBezTo>
                    <a:pt x="693920" y="439219"/>
                    <a:pt x="696826" y="438832"/>
                    <a:pt x="699722" y="439028"/>
                  </a:cubicBezTo>
                  <a:cubicBezTo>
                    <a:pt x="702627" y="439252"/>
                    <a:pt x="705462" y="440025"/>
                    <a:pt x="708078" y="441308"/>
                  </a:cubicBezTo>
                  <a:lnTo>
                    <a:pt x="883172" y="528511"/>
                  </a:lnTo>
                  <a:close/>
                  <a:moveTo>
                    <a:pt x="485318" y="1106631"/>
                  </a:moveTo>
                  <a:lnTo>
                    <a:pt x="485318" y="823080"/>
                  </a:lnTo>
                  <a:lnTo>
                    <a:pt x="436892" y="907718"/>
                  </a:lnTo>
                  <a:cubicBezTo>
                    <a:pt x="435509" y="910139"/>
                    <a:pt x="433672" y="912267"/>
                    <a:pt x="431479" y="913988"/>
                  </a:cubicBezTo>
                  <a:cubicBezTo>
                    <a:pt x="429267" y="915725"/>
                    <a:pt x="426757" y="917045"/>
                    <a:pt x="424073" y="917882"/>
                  </a:cubicBezTo>
                  <a:lnTo>
                    <a:pt x="424073" y="917882"/>
                  </a:lnTo>
                  <a:cubicBezTo>
                    <a:pt x="421426" y="918661"/>
                    <a:pt x="418652" y="918919"/>
                    <a:pt x="415907" y="918642"/>
                  </a:cubicBezTo>
                  <a:cubicBezTo>
                    <a:pt x="413064" y="918351"/>
                    <a:pt x="410297" y="917546"/>
                    <a:pt x="407741" y="916267"/>
                  </a:cubicBezTo>
                  <a:lnTo>
                    <a:pt x="156020" y="783279"/>
                  </a:lnTo>
                  <a:lnTo>
                    <a:pt x="156020" y="941440"/>
                  </a:lnTo>
                  <a:lnTo>
                    <a:pt x="486267" y="1106631"/>
                  </a:lnTo>
                  <a:close/>
                  <a:moveTo>
                    <a:pt x="529566" y="829635"/>
                  </a:moveTo>
                  <a:lnTo>
                    <a:pt x="529566" y="1108246"/>
                  </a:lnTo>
                  <a:lnTo>
                    <a:pt x="858199" y="941535"/>
                  </a:lnTo>
                  <a:lnTo>
                    <a:pt x="858199" y="782139"/>
                  </a:lnTo>
                  <a:lnTo>
                    <a:pt x="604579" y="916267"/>
                  </a:lnTo>
                  <a:cubicBezTo>
                    <a:pt x="602023" y="917546"/>
                    <a:pt x="599256" y="918351"/>
                    <a:pt x="596413" y="918642"/>
                  </a:cubicBezTo>
                  <a:lnTo>
                    <a:pt x="596413" y="918642"/>
                  </a:lnTo>
                  <a:cubicBezTo>
                    <a:pt x="593605" y="918918"/>
                    <a:pt x="590770" y="918659"/>
                    <a:pt x="588057" y="917882"/>
                  </a:cubicBezTo>
                  <a:cubicBezTo>
                    <a:pt x="585338" y="917012"/>
                    <a:pt x="582798" y="915661"/>
                    <a:pt x="580556" y="913893"/>
                  </a:cubicBezTo>
                  <a:cubicBezTo>
                    <a:pt x="578361" y="912137"/>
                    <a:pt x="576523" y="909977"/>
                    <a:pt x="575144" y="907528"/>
                  </a:cubicBezTo>
                  <a:lnTo>
                    <a:pt x="529946" y="829635"/>
                  </a:lnTo>
                  <a:close/>
                  <a:moveTo>
                    <a:pt x="869119" y="578096"/>
                  </a:moveTo>
                  <a:lnTo>
                    <a:pt x="536783" y="753071"/>
                  </a:lnTo>
                  <a:lnTo>
                    <a:pt x="603250" y="867062"/>
                  </a:lnTo>
                  <a:lnTo>
                    <a:pt x="955621" y="680783"/>
                  </a:lnTo>
                  <a:lnTo>
                    <a:pt x="870164" y="577906"/>
                  </a:lnTo>
                  <a:close/>
                </a:path>
              </a:pathLst>
            </a:custGeom>
            <a:solidFill>
              <a:srgbClr val="002FA7"/>
            </a:solidFill>
            <a:ln>
              <a:noFill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>
                <a:buClr>
                  <a:schemeClr val="dk1"/>
                </a:buClr>
                <a:buSzPts val="1350"/>
              </a:pPr>
              <a:endParaRPr sz="930" b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601" name="Google Shape;601;p18"/>
            <p:cNvSpPr txBox="1"/>
            <p:nvPr/>
          </p:nvSpPr>
          <p:spPr>
            <a:xfrm>
              <a:off x="8721776" y="3938864"/>
              <a:ext cx="821099" cy="5845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102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1102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8439231" y="4981078"/>
              <a:ext cx="1363800" cy="264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965" b="1" dirty="0" err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Openshift</a:t>
              </a:r>
              <a:endParaRPr sz="965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grpSp>
        <p:nvGrpSpPr>
          <p:cNvPr id="603" name="Google Shape;603;p18"/>
          <p:cNvGrpSpPr/>
          <p:nvPr/>
        </p:nvGrpSpPr>
        <p:grpSpPr>
          <a:xfrm>
            <a:off x="1284521" y="3388205"/>
            <a:ext cx="895243" cy="967680"/>
            <a:chOff x="11811303" y="4289232"/>
            <a:chExt cx="1299300" cy="1404432"/>
          </a:xfrm>
        </p:grpSpPr>
        <p:sp>
          <p:nvSpPr>
            <p:cNvPr id="604" name="Google Shape;604;p18"/>
            <p:cNvSpPr/>
            <p:nvPr/>
          </p:nvSpPr>
          <p:spPr>
            <a:xfrm>
              <a:off x="12225599" y="4289232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93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pic>
          <p:nvPicPr>
            <p:cNvPr id="605" name="Google Shape;605;p18" descr="火箭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322024" y="4389608"/>
              <a:ext cx="296473" cy="296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18"/>
            <p:cNvSpPr txBox="1"/>
            <p:nvPr/>
          </p:nvSpPr>
          <p:spPr>
            <a:xfrm>
              <a:off x="11811303" y="4864337"/>
              <a:ext cx="1299300" cy="82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1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Deploy</a:t>
              </a:r>
              <a:endParaRPr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11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to </a:t>
              </a:r>
              <a:endParaRPr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  <a:p>
              <a:pPr algn="ctr">
                <a:buClr>
                  <a:srgbClr val="000000"/>
                </a:buClr>
                <a:buSzPts val="1400"/>
              </a:pPr>
              <a:r>
                <a:rPr lang="en-US" sz="11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PROD</a:t>
              </a:r>
              <a:endParaRPr sz="11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</p:grpSp>
      <p:grpSp>
        <p:nvGrpSpPr>
          <p:cNvPr id="75" name="Google Shape;534;p17"/>
          <p:cNvGrpSpPr/>
          <p:nvPr/>
        </p:nvGrpSpPr>
        <p:grpSpPr>
          <a:xfrm>
            <a:off x="2376769" y="1674943"/>
            <a:ext cx="973558" cy="876935"/>
            <a:chOff x="6515484" y="5872882"/>
            <a:chExt cx="1412963" cy="1272729"/>
          </a:xfrm>
        </p:grpSpPr>
        <p:sp>
          <p:nvSpPr>
            <p:cNvPr id="76" name="Google Shape;535;p17"/>
            <p:cNvSpPr/>
            <p:nvPr/>
          </p:nvSpPr>
          <p:spPr>
            <a:xfrm>
              <a:off x="6943291" y="6247711"/>
              <a:ext cx="483300" cy="483300"/>
            </a:xfrm>
            <a:prstGeom prst="ellipse">
              <a:avLst/>
            </a:prstGeom>
            <a:solidFill>
              <a:schemeClr val="lt2"/>
            </a:solidFill>
            <a:ln w="12700" cap="flat" cmpd="sng">
              <a:solidFill>
                <a:srgbClr val="002FA7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2994" tIns="31488" rIns="62994" bIns="31488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350"/>
              </a:pPr>
              <a:endParaRPr sz="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endParaRPr>
            </a:p>
          </p:txBody>
        </p:sp>
        <p:sp>
          <p:nvSpPr>
            <p:cNvPr id="77" name="Google Shape;536;p17"/>
            <p:cNvSpPr txBox="1"/>
            <p:nvPr/>
          </p:nvSpPr>
          <p:spPr>
            <a:xfrm>
              <a:off x="6515484" y="5872882"/>
              <a:ext cx="1299300" cy="3384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2994" tIns="31488" rIns="62994" bIns="31488" anchor="t" anchorCtr="0">
              <a:spAutoFit/>
            </a:bodyPr>
            <a:lstStyle/>
            <a:p>
              <a:pPr algn="ctr">
                <a:buClr>
                  <a:srgbClr val="000000"/>
                </a:buClr>
                <a:buSzPts val="1600"/>
              </a:pPr>
              <a:r>
                <a:rPr lang="en-US" sz="1050" b="1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IBM Plex Sans"/>
                  <a:sym typeface="IBM Plex Sans"/>
                </a:rPr>
                <a:t>Report</a:t>
              </a:r>
              <a:endParaRPr sz="1050" b="1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endParaRPr>
            </a:p>
          </p:txBody>
        </p:sp>
        <p:pic>
          <p:nvPicPr>
            <p:cNvPr id="78" name="Google Shape;537;p17" descr="橫條圖 以實心填滿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026415" y="6358189"/>
              <a:ext cx="320928" cy="32092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9" name="Google Shape;538;p17"/>
            <p:cNvCxnSpPr/>
            <p:nvPr/>
          </p:nvCxnSpPr>
          <p:spPr>
            <a:xfrm>
              <a:off x="7187608" y="6704911"/>
              <a:ext cx="0" cy="44070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0" name="Google Shape;539;p17"/>
            <p:cNvSpPr/>
            <p:nvPr/>
          </p:nvSpPr>
          <p:spPr>
            <a:xfrm>
              <a:off x="6566447" y="6854504"/>
              <a:ext cx="1362000" cy="246600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24805" tIns="31488" rIns="24805" bIns="31488" anchor="ctr" anchorCtr="0">
              <a:noAutofit/>
            </a:bodyPr>
            <a:lstStyle/>
            <a:p>
              <a:pPr algn="ctr">
                <a:buClr>
                  <a:srgbClr val="3F3F3F"/>
                </a:buClr>
                <a:buSzPts val="1400"/>
              </a:pPr>
              <a:r>
                <a:rPr lang="en-US" sz="1000" b="1" dirty="0">
                  <a:solidFill>
                    <a:srgbClr val="3F3F3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/>
                  <a:sym typeface="Arial"/>
                </a:rPr>
                <a:t>Compare List </a:t>
              </a:r>
              <a:endParaRPr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endParaRPr>
            </a:p>
          </p:txBody>
        </p:sp>
      </p:grpSp>
      <p:sp>
        <p:nvSpPr>
          <p:cNvPr id="82" name="Google Shape;539;p17"/>
          <p:cNvSpPr/>
          <p:nvPr/>
        </p:nvSpPr>
        <p:spPr>
          <a:xfrm>
            <a:off x="2405508" y="2565524"/>
            <a:ext cx="938444" cy="169912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1000" b="1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Change </a:t>
            </a:r>
            <a:r>
              <a:rPr lang="en-US" sz="1000" b="1" dirty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List </a:t>
            </a:r>
            <a:endParaRPr sz="100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3" name="Google Shape;539;p17"/>
          <p:cNvSpPr/>
          <p:nvPr/>
        </p:nvSpPr>
        <p:spPr>
          <a:xfrm>
            <a:off x="2398174" y="2787294"/>
            <a:ext cx="938444" cy="169912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1000" b="1" dirty="0" err="1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Redmine</a:t>
            </a:r>
            <a:r>
              <a:rPr lang="en-US" sz="1000" b="1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 ID</a:t>
            </a:r>
            <a:endParaRPr sz="1000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4" name="Google Shape;573;p18"/>
          <p:cNvSpPr/>
          <p:nvPr/>
        </p:nvSpPr>
        <p:spPr>
          <a:xfrm>
            <a:off x="8523557" y="2527449"/>
            <a:ext cx="1215016" cy="33445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dist="76200" dir="5400000" algn="t" rotWithShape="0">
              <a:srgbClr val="0A2CAA">
                <a:alpha val="40000"/>
              </a:srgbClr>
            </a:outerShdw>
          </a:effectLst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r>
              <a:rPr lang="en-US" sz="965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Note </a:t>
            </a:r>
            <a:r>
              <a:rPr lang="zh-TW" altLang="en-US" sz="965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申請</a:t>
            </a:r>
            <a:r>
              <a:rPr lang="en-US" sz="965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 For Prod</a:t>
            </a:r>
            <a:r>
              <a:rPr lang="zh-TW" altLang="en-US" sz="965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 </a:t>
            </a:r>
            <a:endParaRPr sz="965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  <p:sp>
        <p:nvSpPr>
          <p:cNvPr id="85" name="Google Shape;602;p18"/>
          <p:cNvSpPr/>
          <p:nvPr/>
        </p:nvSpPr>
        <p:spPr>
          <a:xfrm>
            <a:off x="2397554" y="4106309"/>
            <a:ext cx="939684" cy="182314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965" b="1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VM</a:t>
            </a:r>
            <a:endParaRPr sz="965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6" name="Google Shape;602;p18"/>
          <p:cNvSpPr/>
          <p:nvPr/>
        </p:nvSpPr>
        <p:spPr>
          <a:xfrm>
            <a:off x="2397554" y="4359090"/>
            <a:ext cx="939684" cy="182314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24805" tIns="31488" rIns="24805" bIns="31488" anchor="ctr" anchorCtr="0">
            <a:noAutofit/>
          </a:bodyPr>
          <a:lstStyle/>
          <a:p>
            <a:pPr algn="ctr">
              <a:buClr>
                <a:srgbClr val="3F3F3F"/>
              </a:buClr>
              <a:buSzPts val="1400"/>
            </a:pPr>
            <a:r>
              <a:rPr lang="en-US" sz="965" b="1" dirty="0" smtClean="0">
                <a:solidFill>
                  <a:srgbClr val="3F3F3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Other</a:t>
            </a:r>
            <a:endParaRPr sz="965" b="1" dirty="0">
              <a:solidFill>
                <a:srgbClr val="3F3F3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  <p:sp>
        <p:nvSpPr>
          <p:cNvPr id="87" name="Google Shape;1345;p45"/>
          <p:cNvSpPr/>
          <p:nvPr/>
        </p:nvSpPr>
        <p:spPr>
          <a:xfrm>
            <a:off x="257760" y="193680"/>
            <a:ext cx="9008640" cy="579960"/>
          </a:xfrm>
          <a:prstGeom prst="homePlate">
            <a:avLst>
              <a:gd name="adj" fmla="val 50000"/>
            </a:avLst>
          </a:prstGeom>
          <a:solidFill>
            <a:srgbClr val="D80C1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zh-TW" sz="3600" b="1" strike="noStrike" spc="-1" dirty="0">
                <a:solidFill>
                  <a:schemeClr val="lt1"/>
                </a:solidFill>
                <a:latin typeface="Microsoft JhengHei Light"/>
                <a:ea typeface="Microsoft JhengHei Light"/>
              </a:rPr>
              <a:t>應用系統上版流程 </a:t>
            </a:r>
            <a:r>
              <a:rPr lang="en-US" sz="3600" b="1" strike="noStrike" spc="-1" dirty="0">
                <a:solidFill>
                  <a:schemeClr val="lt1"/>
                </a:solidFill>
                <a:latin typeface="Microsoft JhengHei Light"/>
                <a:ea typeface="Microsoft JhengHei Light"/>
              </a:rPr>
              <a:t>– UAT to PROD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573;p18"/>
          <p:cNvSpPr/>
          <p:nvPr/>
        </p:nvSpPr>
        <p:spPr>
          <a:xfrm>
            <a:off x="9266400" y="2841320"/>
            <a:ext cx="717702" cy="180174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77800" dist="76200" dir="5400000" algn="t" rotWithShape="0">
              <a:srgbClr val="0A2CAA">
                <a:alpha val="40000"/>
              </a:srgbClr>
            </a:outerShdw>
          </a:effectLst>
        </p:spPr>
        <p:txBody>
          <a:bodyPr spcFirstLastPara="1" wrap="square" lIns="62994" tIns="31488" rIns="62994" bIns="31488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r>
              <a:rPr lang="en-US" sz="965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/>
                <a:sym typeface="IBM Plex Sans"/>
              </a:rPr>
              <a:t>Tag ID</a:t>
            </a:r>
            <a:endParaRPr sz="965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2279802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29046</TotalTime>
  <Words>303</Words>
  <Application>Microsoft Office PowerPoint</Application>
  <PresentationFormat>自訂</PresentationFormat>
  <Paragraphs>179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5" baseType="lpstr">
      <vt:lpstr>DejaVu Sans</vt:lpstr>
      <vt:lpstr>IBM Plex Sans</vt:lpstr>
      <vt:lpstr>Merriweather Sans</vt:lpstr>
      <vt:lpstr>Microsoft JhengHei Light</vt:lpstr>
      <vt:lpstr>微軟正黑體</vt:lpstr>
      <vt:lpstr>Arial</vt:lpstr>
      <vt:lpstr>Calibri</vt:lpstr>
      <vt:lpstr>Consolas</vt:lpstr>
      <vt:lpstr>Symbol</vt:lpstr>
      <vt:lpstr>Times New Roman</vt:lpstr>
      <vt:lpstr>Wingdings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subject/>
  <dc:creator>user</dc:creator>
  <dc:description/>
  <cp:lastModifiedBy>67164</cp:lastModifiedBy>
  <cp:revision>772</cp:revision>
  <cp:lastPrinted>2021-10-04T02:16:34Z</cp:lastPrinted>
  <dcterms:created xsi:type="dcterms:W3CDTF">2020-09-24T07:39:29Z</dcterms:created>
  <dcterms:modified xsi:type="dcterms:W3CDTF">2026-09-21T07:36:29Z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自訂</vt:lpwstr>
  </property>
  <property fmtid="{D5CDD505-2E9C-101B-9397-08002B2CF9AE}" pid="4" name="Slides">
    <vt:i4>96</vt:i4>
  </property>
</Properties>
</file>