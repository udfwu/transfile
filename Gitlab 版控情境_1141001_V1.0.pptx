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351" r:id="rId9"/>
  </p:sldIdLst>
  <p:sldSz cx="10080625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chemeClr val="dk1"/>
                </a:solidFill>
                <a:latin typeface="Arial"/>
              </a:rPr>
              <a:t>請按這裡移動投影片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請按這裡編輯備註格式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&lt;頁首&gt;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&lt;日期/時間&gt;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&lt;頁尾&gt;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FC2A51C-8398-483C-8158-BA6A6830F28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09720" y="685800"/>
            <a:ext cx="5036760" cy="342720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情境細節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Pull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Prod Tag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開發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Push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dev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SIT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09638" y="685800"/>
            <a:ext cx="5037137" cy="3427413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情境細節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退回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Pull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Prod Tag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補上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B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Push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B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B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dev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SIT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(A+B)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將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還原回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Prod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B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再次測試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(B)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上版至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Prod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再次測試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(B+A)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09638" y="685800"/>
            <a:ext cx="5037137" cy="3427413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情境細節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退回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Pull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Prod Tag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補上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C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Push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C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直接打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Tag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測試通過進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Prod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C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dev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(A+B+C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將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還原回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Prod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C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再次測試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(C+A)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F80A29-FF44-4BC2-BCA2-09E2A351AF56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8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AAB0DA4-342D-49C6-B2B6-655664CD2B0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604520"/>
            <a:ext cx="9072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012D011-234C-4140-9163-468CFEB89192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9072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9D29A96-5919-4101-9A9C-D94ADAA581C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4558C7F-12A6-4169-8D6E-98694D1FFD1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8F7D671-B5C0-4C4C-A9F8-3A648EBC7FC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73600"/>
            <a:ext cx="907200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85C7BB1-6826-4526-BE40-4BF29924D5F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68208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7FE2AB5-757D-468A-946A-26DB4389572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68208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717D28E-5D8F-42DD-9A45-007F0FCB9B2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682080"/>
            <a:ext cx="9072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865C0BF-DCB6-4447-B8E6-05DF301EAF0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9072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682080"/>
            <a:ext cx="9072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03F6094-DC21-4F05-98BC-4D1B2FFFD07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68208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68208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B9001F-3F88-4467-9E16-177F4440AC0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60452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60452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68208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68208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68208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49AD7C2-8EF5-4748-9538-AF5B02CBCBD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 t="-965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444120" y="6356520"/>
            <a:ext cx="31896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&lt;頁尾&gt;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7224480" y="6356520"/>
            <a:ext cx="234972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EACF81-1BC1-4AF2-A8E7-62EACB0467D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6356520"/>
            <a:ext cx="234972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&lt;日期/時間&gt;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zh-TW" sz="1800" b="0" strike="noStrike" spc="-1">
                <a:solidFill>
                  <a:schemeClr val="dk1"/>
                </a:solidFill>
                <a:latin typeface="Arial"/>
              </a:rPr>
              <a:t>請按這裡編輯題名文字格式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604520"/>
            <a:ext cx="9072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800" b="0" strike="noStrike" spc="-1">
                <a:solidFill>
                  <a:schemeClr val="dk1"/>
                </a:solidFill>
                <a:latin typeface="Arial"/>
              </a:rPr>
              <a:t>請按這裡編輯大綱文字格式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chemeClr val="dk1"/>
                </a:solidFill>
                <a:latin typeface="Arial"/>
              </a:rPr>
              <a:t>第二個大綱層次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strike="noStrike" spc="-1">
                <a:solidFill>
                  <a:schemeClr val="dk1"/>
                </a:solidFill>
                <a:latin typeface="Arial"/>
              </a:rPr>
              <a:t>第三個大綱層次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800" b="0" strike="noStrike" spc="-1">
                <a:solidFill>
                  <a:schemeClr val="dk1"/>
                </a:solidFill>
                <a:latin typeface="Arial"/>
              </a:rPr>
              <a:t>第四個大綱層次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chemeClr val="dk1"/>
                </a:solidFill>
                <a:latin typeface="Arial"/>
              </a:rPr>
              <a:t>第五個大綱層次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chemeClr val="dk1"/>
                </a:solidFill>
                <a:latin typeface="Arial"/>
              </a:rPr>
              <a:t>第六個大綱層次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chemeClr val="dk1"/>
                </a:solidFill>
                <a:latin typeface="Arial"/>
              </a:rPr>
              <a:t>第七個大綱層次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圖片 3" descr="一張含有 圓形, 圖形, 平面設計, 標誌 的圖片&#10;&#10;自動產生的描述"/>
          <p:cNvPicPr/>
          <p:nvPr/>
        </p:nvPicPr>
        <p:blipFill>
          <a:blip r:embed="rId2"/>
          <a:stretch/>
        </p:blipFill>
        <p:spPr>
          <a:xfrm>
            <a:off x="-994320" y="187200"/>
            <a:ext cx="6103440" cy="610596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1345;p45"/>
          <p:cNvSpPr/>
          <p:nvPr/>
        </p:nvSpPr>
        <p:spPr>
          <a:xfrm rot="10800000" flipV="1">
            <a:off x="2882520" y="383760"/>
            <a:ext cx="6687000" cy="461160"/>
          </a:xfrm>
          <a:prstGeom prst="homePlate">
            <a:avLst>
              <a:gd name="adj" fmla="val 50000"/>
            </a:avLst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微軟正黑體"/>
              <a:ea typeface="微軟正黑體"/>
            </a:endParaRPr>
          </a:p>
        </p:txBody>
      </p:sp>
      <p:pic>
        <p:nvPicPr>
          <p:cNvPr id="49" name="圖形 7" descr="燈泡"/>
          <p:cNvPicPr/>
          <p:nvPr/>
        </p:nvPicPr>
        <p:blipFill>
          <a:blip r:embed="rId3"/>
          <a:stretch/>
        </p:blipFill>
        <p:spPr>
          <a:xfrm rot="10800000">
            <a:off x="6376680" y="723960"/>
            <a:ext cx="1860840" cy="1860840"/>
          </a:xfrm>
          <a:prstGeom prst="rect">
            <a:avLst/>
          </a:prstGeom>
          <a:ln w="0">
            <a:noFill/>
          </a:ln>
        </p:spPr>
      </p:pic>
      <p:pic>
        <p:nvPicPr>
          <p:cNvPr id="50" name="圖片 2" descr="一張含有 動物玩偶, 豬, 玩具, 存錢筒 的圖片&#10;&#10;自動產生的描述"/>
          <p:cNvPicPr/>
          <p:nvPr/>
        </p:nvPicPr>
        <p:blipFill>
          <a:blip r:embed="rId4"/>
          <a:stretch/>
        </p:blipFill>
        <p:spPr>
          <a:xfrm>
            <a:off x="717840" y="2226960"/>
            <a:ext cx="2613600" cy="2637360"/>
          </a:xfrm>
          <a:prstGeom prst="rect">
            <a:avLst/>
          </a:prstGeom>
          <a:ln w="0">
            <a:noFill/>
          </a:ln>
        </p:spPr>
      </p:pic>
      <p:pic>
        <p:nvPicPr>
          <p:cNvPr id="51" name="圖形 9" descr="配有手機和計算機的筆記型電腦"/>
          <p:cNvPicPr/>
          <p:nvPr/>
        </p:nvPicPr>
        <p:blipFill>
          <a:blip r:embed="rId5"/>
          <a:stretch/>
        </p:blipFill>
        <p:spPr>
          <a:xfrm>
            <a:off x="5058720" y="4308840"/>
            <a:ext cx="1577520" cy="1585440"/>
          </a:xfrm>
          <a:prstGeom prst="rect">
            <a:avLst/>
          </a:prstGeom>
          <a:ln w="0">
            <a:noFill/>
          </a:ln>
        </p:spPr>
      </p:pic>
      <p:pic>
        <p:nvPicPr>
          <p:cNvPr id="52" name="圖形 10" descr="舉起手的機器人"/>
          <p:cNvPicPr/>
          <p:nvPr/>
        </p:nvPicPr>
        <p:blipFill>
          <a:blip r:embed="rId6"/>
          <a:stretch/>
        </p:blipFill>
        <p:spPr>
          <a:xfrm>
            <a:off x="8413560" y="4281480"/>
            <a:ext cx="1360440" cy="135612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1346;p45"/>
          <p:cNvSpPr/>
          <p:nvPr/>
        </p:nvSpPr>
        <p:spPr>
          <a:xfrm>
            <a:off x="4247640" y="376560"/>
            <a:ext cx="4978440" cy="46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0" tIns="201600" rIns="201600" bIns="2016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微軟正黑體"/>
                <a:ea typeface="微軟正黑體"/>
              </a:rPr>
              <a:t>SCSB-</a:t>
            </a:r>
            <a:r>
              <a:rPr lang="zh-TW" sz="2000" b="1" strike="noStrike" spc="-1">
                <a:solidFill>
                  <a:srgbClr val="FFFFFF"/>
                </a:solidFill>
                <a:latin typeface="微軟正黑體"/>
                <a:ea typeface="微軟正黑體"/>
              </a:rPr>
              <a:t>南區資訊開發中心</a:t>
            </a:r>
            <a:r>
              <a:rPr lang="en-US" sz="2000" b="1" strike="noStrike" spc="-1">
                <a:solidFill>
                  <a:srgbClr val="FFFFFF"/>
                </a:solidFill>
                <a:latin typeface="微軟正黑體"/>
                <a:ea typeface="微軟正黑體"/>
              </a:rPr>
              <a:t>(ITDC)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圖片 13" descr="一張含有 圖形, 符號, 美工圖案, 設計 的圖片&#10;&#10;自動產生的描述"/>
          <p:cNvPicPr/>
          <p:nvPr/>
        </p:nvPicPr>
        <p:blipFill>
          <a:blip r:embed="rId7"/>
          <a:stretch/>
        </p:blipFill>
        <p:spPr>
          <a:xfrm>
            <a:off x="6906600" y="4633200"/>
            <a:ext cx="1350000" cy="89496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825440" y="2168640"/>
            <a:ext cx="5253840" cy="2233800"/>
          </a:xfrm>
          <a:prstGeom prst="rect">
            <a:avLst/>
          </a:prstGeom>
          <a:noFill/>
          <a:ln w="0">
            <a:noFill/>
          </a:ln>
        </p:spPr>
        <p:txBody>
          <a:bodyPr lIns="100800" tIns="100800" rIns="100800" bIns="100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 err="1">
                <a:solidFill>
                  <a:srgbClr val="002060"/>
                </a:solidFill>
                <a:latin typeface="微軟正黑體"/>
                <a:ea typeface="微軟正黑體"/>
              </a:rPr>
              <a:t>Gitlab</a:t>
            </a:r>
            <a:r>
              <a:rPr lang="en-US" sz="4000" b="1" spc="-1" dirty="0">
                <a:solidFill>
                  <a:srgbClr val="002060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4000" b="1" spc="-1" dirty="0">
                <a:solidFill>
                  <a:srgbClr val="002060"/>
                </a:solidFill>
                <a:latin typeface="微軟正黑體"/>
                <a:ea typeface="微軟正黑體"/>
              </a:rPr>
              <a:t>版控</a:t>
            </a:r>
            <a:r>
              <a:rPr lang="zh-TW" altLang="en-US" sz="4000" b="1" spc="-1" dirty="0" smtClean="0">
                <a:solidFill>
                  <a:srgbClr val="002060"/>
                </a:solidFill>
                <a:latin typeface="微軟正黑體"/>
                <a:ea typeface="微軟正黑體"/>
              </a:rPr>
              <a:t>情境</a:t>
            </a:r>
            <a:endParaRPr lang="en-US" sz="40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331640" y="71640"/>
            <a:ext cx="7281360" cy="723600"/>
          </a:xfrm>
          <a:prstGeom prst="rect">
            <a:avLst/>
          </a:prstGeom>
          <a:noFill/>
          <a:ln w="0">
            <a:noFill/>
          </a:ln>
        </p:spPr>
        <p:txBody>
          <a:bodyPr lIns="100800" tIns="100800" rIns="100800" bIns="1008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Gitlab </a:t>
            </a:r>
            <a:r>
              <a:rPr lang="zh-TW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版控流程情境一</a:t>
            </a:r>
            <a:endParaRPr lang="en-US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5" name="圓角矩形 10"/>
          <p:cNvSpPr/>
          <p:nvPr/>
        </p:nvSpPr>
        <p:spPr>
          <a:xfrm>
            <a:off x="626040" y="195768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Tag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圓角矩形 11"/>
          <p:cNvSpPr/>
          <p:nvPr/>
        </p:nvSpPr>
        <p:spPr>
          <a:xfrm>
            <a:off x="617040" y="254952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Prod.ver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圓角矩形 1"/>
          <p:cNvSpPr/>
          <p:nvPr/>
        </p:nvSpPr>
        <p:spPr>
          <a:xfrm>
            <a:off x="1738800" y="215784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Pull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圓角矩形 10"/>
          <p:cNvSpPr/>
          <p:nvPr/>
        </p:nvSpPr>
        <p:spPr>
          <a:xfrm>
            <a:off x="2505600" y="195768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圓角矩形 11"/>
          <p:cNvSpPr/>
          <p:nvPr/>
        </p:nvSpPr>
        <p:spPr>
          <a:xfrm>
            <a:off x="2496600" y="254952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local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圓角矩形 1"/>
          <p:cNvSpPr/>
          <p:nvPr/>
        </p:nvSpPr>
        <p:spPr>
          <a:xfrm>
            <a:off x="3627360" y="215784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Push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圓角矩形 10"/>
          <p:cNvSpPr/>
          <p:nvPr/>
        </p:nvSpPr>
        <p:spPr>
          <a:xfrm>
            <a:off x="4428720" y="195768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圓角矩形 11"/>
          <p:cNvSpPr/>
          <p:nvPr/>
        </p:nvSpPr>
        <p:spPr>
          <a:xfrm>
            <a:off x="4419720" y="254952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向右箭號 3"/>
          <p:cNvSpPr/>
          <p:nvPr/>
        </p:nvSpPr>
        <p:spPr>
          <a:xfrm>
            <a:off x="1633320" y="250416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04" name="圓角矩形 1"/>
          <p:cNvSpPr/>
          <p:nvPr/>
        </p:nvSpPr>
        <p:spPr>
          <a:xfrm>
            <a:off x="5568480" y="212904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圓角矩形 10"/>
          <p:cNvSpPr/>
          <p:nvPr/>
        </p:nvSpPr>
        <p:spPr>
          <a:xfrm>
            <a:off x="6365160" y="197352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dev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圓角矩形 11"/>
          <p:cNvSpPr/>
          <p:nvPr/>
        </p:nvSpPr>
        <p:spPr>
          <a:xfrm>
            <a:off x="6356160" y="256536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向右箭號 3"/>
          <p:cNvSpPr/>
          <p:nvPr/>
        </p:nvSpPr>
        <p:spPr>
          <a:xfrm>
            <a:off x="3541320" y="250308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08" name="向右箭號 3"/>
          <p:cNvSpPr/>
          <p:nvPr/>
        </p:nvSpPr>
        <p:spPr>
          <a:xfrm>
            <a:off x="5463000" y="247464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09" name="圓角矩形 1"/>
          <p:cNvSpPr/>
          <p:nvPr/>
        </p:nvSpPr>
        <p:spPr>
          <a:xfrm>
            <a:off x="3053520" y="392508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圓角矩形 10"/>
          <p:cNvSpPr/>
          <p:nvPr/>
        </p:nvSpPr>
        <p:spPr>
          <a:xfrm>
            <a:off x="3850200" y="37692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圓角矩形 11"/>
          <p:cNvSpPr/>
          <p:nvPr/>
        </p:nvSpPr>
        <p:spPr>
          <a:xfrm>
            <a:off x="3841200" y="43610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向右箭號 3"/>
          <p:cNvSpPr/>
          <p:nvPr/>
        </p:nvSpPr>
        <p:spPr>
          <a:xfrm>
            <a:off x="2948040" y="42703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13" name="PlaceHolder 1"/>
          <p:cNvSpPr/>
          <p:nvPr/>
        </p:nvSpPr>
        <p:spPr>
          <a:xfrm>
            <a:off x="1113840" y="1053000"/>
            <a:ext cx="833472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單張需求開發：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拉正式環境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( Prod. Tag)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版本建置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Issue A Branch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1"/>
          <p:cNvSpPr/>
          <p:nvPr/>
        </p:nvSpPr>
        <p:spPr>
          <a:xfrm>
            <a:off x="321480" y="4650840"/>
            <a:ext cx="9505080" cy="155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情境細節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Pull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Prod Tag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開發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Push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dev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SIT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圓角矩形 1"/>
          <p:cNvSpPr/>
          <p:nvPr/>
        </p:nvSpPr>
        <p:spPr>
          <a:xfrm>
            <a:off x="5865120" y="414144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圓角矩形 1"/>
          <p:cNvSpPr/>
          <p:nvPr/>
        </p:nvSpPr>
        <p:spPr>
          <a:xfrm>
            <a:off x="5865120" y="376920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向右箭號 3"/>
          <p:cNvSpPr/>
          <p:nvPr/>
        </p:nvSpPr>
        <p:spPr>
          <a:xfrm>
            <a:off x="7444440" y="247788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18" name="向右箭號 3"/>
          <p:cNvSpPr/>
          <p:nvPr/>
        </p:nvSpPr>
        <p:spPr>
          <a:xfrm>
            <a:off x="4929480" y="427320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19" name="圓角矩形 1"/>
          <p:cNvSpPr/>
          <p:nvPr/>
        </p:nvSpPr>
        <p:spPr>
          <a:xfrm>
            <a:off x="8375040" y="2329560"/>
            <a:ext cx="632520" cy="413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SIT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圓角矩形 1"/>
          <p:cNvSpPr/>
          <p:nvPr/>
        </p:nvSpPr>
        <p:spPr>
          <a:xfrm>
            <a:off x="8375040" y="195768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圓角矩形 10"/>
          <p:cNvSpPr/>
          <p:nvPr/>
        </p:nvSpPr>
        <p:spPr>
          <a:xfrm>
            <a:off x="1886760" y="37692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圓角矩形 11"/>
          <p:cNvSpPr/>
          <p:nvPr/>
        </p:nvSpPr>
        <p:spPr>
          <a:xfrm>
            <a:off x="1877760" y="43610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" name="肘形接點 10"/>
          <p:cNvCxnSpPr>
            <a:stCxn id="119" idx="2"/>
            <a:endCxn id="121" idx="0"/>
          </p:cNvCxnSpPr>
          <p:nvPr/>
        </p:nvCxnSpPr>
        <p:spPr>
          <a:xfrm rot="5400000">
            <a:off x="5022720" y="100800"/>
            <a:ext cx="1026360" cy="6311160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24" name="圓角矩形 1"/>
          <p:cNvSpPr/>
          <p:nvPr/>
        </p:nvSpPr>
        <p:spPr>
          <a:xfrm>
            <a:off x="5074560" y="3035520"/>
            <a:ext cx="1126800" cy="4100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chemeClr val="dk1"/>
                </a:solidFill>
                <a:latin typeface="Arial"/>
              </a:rPr>
              <a:t>測試通過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圓角矩形 1"/>
          <p:cNvSpPr/>
          <p:nvPr/>
        </p:nvSpPr>
        <p:spPr>
          <a:xfrm>
            <a:off x="6668280" y="3590640"/>
            <a:ext cx="2770200" cy="118512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rgbClr val="000000"/>
                </a:solidFill>
                <a:latin typeface="Arial"/>
              </a:rPr>
              <a:t>無需求情境下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</a:rPr>
              <a:t>: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</a:rPr>
              <a:t>main branch = Prod. Ver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rgbClr val="000000"/>
                </a:solidFill>
                <a:latin typeface="Arial"/>
              </a:rPr>
              <a:t>有需求開發情境下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</a:rPr>
              <a:t>: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</a:rPr>
              <a:t>main branch = </a:t>
            </a:r>
            <a:r>
              <a:rPr lang="zh-TW" sz="1400" b="1" strike="noStrike" spc="-1">
                <a:solidFill>
                  <a:srgbClr val="000000"/>
                </a:solidFill>
                <a:latin typeface="Arial"/>
              </a:rPr>
              <a:t>先上線的版本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331640" y="71640"/>
            <a:ext cx="7281360" cy="723600"/>
          </a:xfrm>
          <a:prstGeom prst="rect">
            <a:avLst/>
          </a:prstGeom>
          <a:noFill/>
          <a:ln w="0">
            <a:noFill/>
          </a:ln>
        </p:spPr>
        <p:txBody>
          <a:bodyPr lIns="100800" tIns="100800" rIns="100800" bIns="1008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Gitlab</a:t>
            </a:r>
            <a:r>
              <a:rPr lang="zh-TW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版控流程情境二</a:t>
            </a:r>
            <a:endParaRPr lang="en-US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" name="PlaceHolder 1"/>
          <p:cNvSpPr/>
          <p:nvPr/>
        </p:nvSpPr>
        <p:spPr>
          <a:xfrm>
            <a:off x="432360" y="4377600"/>
            <a:ext cx="9357840" cy="16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情境細節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Issue 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退回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Pull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調整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Push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dev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SIT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再次測試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1"/>
          <p:cNvSpPr/>
          <p:nvPr/>
        </p:nvSpPr>
        <p:spPr>
          <a:xfrm>
            <a:off x="913680" y="832680"/>
            <a:ext cx="8660520" cy="78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單張需求開發：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測試的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Issue 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測試不通過，退回後重新修改送測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圓角矩形 1"/>
          <p:cNvSpPr/>
          <p:nvPr/>
        </p:nvSpPr>
        <p:spPr>
          <a:xfrm>
            <a:off x="183240" y="231084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圓角矩形 1"/>
          <p:cNvSpPr/>
          <p:nvPr/>
        </p:nvSpPr>
        <p:spPr>
          <a:xfrm>
            <a:off x="183240" y="193860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圓角矩形 10"/>
          <p:cNvSpPr/>
          <p:nvPr/>
        </p:nvSpPr>
        <p:spPr>
          <a:xfrm>
            <a:off x="1657080" y="193284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圓角矩形 11"/>
          <p:cNvSpPr/>
          <p:nvPr/>
        </p:nvSpPr>
        <p:spPr>
          <a:xfrm>
            <a:off x="1648080" y="252468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圓角矩形 1"/>
          <p:cNvSpPr/>
          <p:nvPr/>
        </p:nvSpPr>
        <p:spPr>
          <a:xfrm>
            <a:off x="2769480" y="213300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Pull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圓角矩形 10"/>
          <p:cNvSpPr/>
          <p:nvPr/>
        </p:nvSpPr>
        <p:spPr>
          <a:xfrm>
            <a:off x="3536640" y="193284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圓角矩形 11"/>
          <p:cNvSpPr/>
          <p:nvPr/>
        </p:nvSpPr>
        <p:spPr>
          <a:xfrm>
            <a:off x="3527640" y="252468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local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圓角矩形 1"/>
          <p:cNvSpPr/>
          <p:nvPr/>
        </p:nvSpPr>
        <p:spPr>
          <a:xfrm>
            <a:off x="4658400" y="213300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Push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圓角矩形 10"/>
          <p:cNvSpPr/>
          <p:nvPr/>
        </p:nvSpPr>
        <p:spPr>
          <a:xfrm>
            <a:off x="5459400" y="193284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圓角矩形 11"/>
          <p:cNvSpPr/>
          <p:nvPr/>
        </p:nvSpPr>
        <p:spPr>
          <a:xfrm>
            <a:off x="5450400" y="252468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向右箭號 3"/>
          <p:cNvSpPr/>
          <p:nvPr/>
        </p:nvSpPr>
        <p:spPr>
          <a:xfrm>
            <a:off x="2664000" y="24793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40" name="圓角矩形 1"/>
          <p:cNvSpPr/>
          <p:nvPr/>
        </p:nvSpPr>
        <p:spPr>
          <a:xfrm>
            <a:off x="6599520" y="210456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圓角矩形 10"/>
          <p:cNvSpPr/>
          <p:nvPr/>
        </p:nvSpPr>
        <p:spPr>
          <a:xfrm>
            <a:off x="7396200" y="194904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dev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圓角矩形 11"/>
          <p:cNvSpPr/>
          <p:nvPr/>
        </p:nvSpPr>
        <p:spPr>
          <a:xfrm>
            <a:off x="7387200" y="254088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向右箭號 3"/>
          <p:cNvSpPr/>
          <p:nvPr/>
        </p:nvSpPr>
        <p:spPr>
          <a:xfrm>
            <a:off x="4572000" y="247860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44" name="向右箭號 3"/>
          <p:cNvSpPr/>
          <p:nvPr/>
        </p:nvSpPr>
        <p:spPr>
          <a:xfrm>
            <a:off x="6493680" y="245016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45" name="圓角矩形 1"/>
          <p:cNvSpPr/>
          <p:nvPr/>
        </p:nvSpPr>
        <p:spPr>
          <a:xfrm>
            <a:off x="6626520" y="382752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圓角矩形 10"/>
          <p:cNvSpPr/>
          <p:nvPr/>
        </p:nvSpPr>
        <p:spPr>
          <a:xfrm>
            <a:off x="7423200" y="36720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圓角矩形 11"/>
          <p:cNvSpPr/>
          <p:nvPr/>
        </p:nvSpPr>
        <p:spPr>
          <a:xfrm>
            <a:off x="7414200" y="42638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向右箭號 3"/>
          <p:cNvSpPr/>
          <p:nvPr/>
        </p:nvSpPr>
        <p:spPr>
          <a:xfrm>
            <a:off x="6520680" y="41731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49" name="圓角矩形 1"/>
          <p:cNvSpPr/>
          <p:nvPr/>
        </p:nvSpPr>
        <p:spPr>
          <a:xfrm>
            <a:off x="8982360" y="404640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圓角矩形 1"/>
          <p:cNvSpPr/>
          <p:nvPr/>
        </p:nvSpPr>
        <p:spPr>
          <a:xfrm>
            <a:off x="8982360" y="367452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向右箭號 3"/>
          <p:cNvSpPr/>
          <p:nvPr/>
        </p:nvSpPr>
        <p:spPr>
          <a:xfrm>
            <a:off x="8475120" y="2453400"/>
            <a:ext cx="402120" cy="284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52" name="向右箭號 3"/>
          <p:cNvSpPr/>
          <p:nvPr/>
        </p:nvSpPr>
        <p:spPr>
          <a:xfrm>
            <a:off x="8502120" y="4176000"/>
            <a:ext cx="375120" cy="28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53" name="圓角矩形 1"/>
          <p:cNvSpPr/>
          <p:nvPr/>
        </p:nvSpPr>
        <p:spPr>
          <a:xfrm>
            <a:off x="8982360" y="2305080"/>
            <a:ext cx="632520" cy="413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SIT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圓角矩形 1"/>
          <p:cNvSpPr/>
          <p:nvPr/>
        </p:nvSpPr>
        <p:spPr>
          <a:xfrm>
            <a:off x="8982360" y="193284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圓角矩形 10"/>
          <p:cNvSpPr/>
          <p:nvPr/>
        </p:nvSpPr>
        <p:spPr>
          <a:xfrm>
            <a:off x="5459400" y="36720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圓角矩形 11"/>
          <p:cNvSpPr/>
          <p:nvPr/>
        </p:nvSpPr>
        <p:spPr>
          <a:xfrm>
            <a:off x="5450400" y="42638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7" name="肘形接點 81"/>
          <p:cNvCxnSpPr>
            <a:stCxn id="153" idx="2"/>
            <a:endCxn id="155" idx="0"/>
          </p:cNvCxnSpPr>
          <p:nvPr/>
        </p:nvCxnSpPr>
        <p:spPr>
          <a:xfrm rot="5400000">
            <a:off x="7148880" y="1522800"/>
            <a:ext cx="953640" cy="3345840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58" name="圓角矩形 1"/>
          <p:cNvSpPr/>
          <p:nvPr/>
        </p:nvSpPr>
        <p:spPr>
          <a:xfrm>
            <a:off x="7348320" y="2990520"/>
            <a:ext cx="1126800" cy="4100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chemeClr val="dk1"/>
                </a:solidFill>
                <a:latin typeface="Arial"/>
              </a:rPr>
              <a:t>測試通過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圓角矩形 1"/>
          <p:cNvSpPr/>
          <p:nvPr/>
        </p:nvSpPr>
        <p:spPr>
          <a:xfrm>
            <a:off x="913680" y="2133000"/>
            <a:ext cx="632520" cy="34524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chemeClr val="dk1"/>
                </a:solidFill>
                <a:latin typeface="Arial"/>
              </a:rPr>
              <a:t>退回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向右箭號 3"/>
          <p:cNvSpPr/>
          <p:nvPr/>
        </p:nvSpPr>
        <p:spPr>
          <a:xfrm>
            <a:off x="944280" y="2482560"/>
            <a:ext cx="590760" cy="284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331640" y="71640"/>
            <a:ext cx="7281360" cy="723600"/>
          </a:xfrm>
          <a:prstGeom prst="rect">
            <a:avLst/>
          </a:prstGeom>
          <a:noFill/>
          <a:ln w="0">
            <a:noFill/>
          </a:ln>
        </p:spPr>
        <p:txBody>
          <a:bodyPr lIns="100800" tIns="100800" rIns="100800" bIns="1008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Gitlab</a:t>
            </a:r>
            <a:r>
              <a:rPr lang="zh-TW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版控流程情境三</a:t>
            </a:r>
            <a:endParaRPr lang="en-US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2" name="PlaceHolder 1"/>
          <p:cNvSpPr/>
          <p:nvPr/>
        </p:nvSpPr>
        <p:spPr>
          <a:xfrm>
            <a:off x="739080" y="4419720"/>
            <a:ext cx="8845920" cy="143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情境細節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Pull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Prod Tag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開發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B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Push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B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B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2000" b="0" strike="noStrike" spc="-1">
                <a:solidFill>
                  <a:srgbClr val="FF0000"/>
                </a:solidFill>
                <a:latin typeface="標楷體"/>
                <a:ea typeface="標楷體"/>
              </a:rPr>
              <a:t>dev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SIT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因為 </a:t>
            </a:r>
            <a:r>
              <a:rPr lang="en-US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UAT </a:t>
            </a:r>
            <a:r>
              <a:rPr lang="zh-TW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正在測試 </a:t>
            </a:r>
            <a:r>
              <a:rPr lang="en-US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A </a:t>
            </a:r>
            <a:r>
              <a:rPr lang="zh-TW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版本</a:t>
            </a:r>
            <a:r>
              <a:rPr lang="en-US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,</a:t>
            </a:r>
            <a:r>
              <a:rPr lang="zh-TW" sz="2000" b="1" strike="noStrike" spc="-1">
                <a:solidFill>
                  <a:srgbClr val="FF0000"/>
                </a:solidFill>
                <a:highlight>
                  <a:srgbClr val="FFFF00"/>
                </a:highlight>
                <a:latin typeface="標楷體"/>
                <a:ea typeface="標楷體"/>
              </a:rPr>
              <a:t>不得</a:t>
            </a:r>
            <a:r>
              <a:rPr lang="en-US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 Merge </a:t>
            </a:r>
            <a:r>
              <a:rPr lang="zh-TW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至 </a:t>
            </a:r>
            <a:r>
              <a:rPr lang="en-US" sz="2000" b="1" strike="noStrike" spc="-1">
                <a:solidFill>
                  <a:srgbClr val="FF0000"/>
                </a:solidFill>
                <a:highlight>
                  <a:srgbClr val="FFFF00"/>
                </a:highlight>
                <a:latin typeface="標楷體"/>
                <a:ea typeface="標楷體"/>
              </a:rPr>
              <a:t>main</a:t>
            </a:r>
            <a:r>
              <a:rPr lang="en-US" sz="2000" b="1" strike="noStrike" spc="-1">
                <a:solidFill>
                  <a:srgbClr val="002060"/>
                </a:solidFill>
                <a:highlight>
                  <a:srgbClr val="FFFF00"/>
                </a:highlight>
                <a:latin typeface="標楷體"/>
                <a:ea typeface="標楷體"/>
              </a:rPr>
              <a:t> branch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圓角矩形 10"/>
          <p:cNvSpPr/>
          <p:nvPr/>
        </p:nvSpPr>
        <p:spPr>
          <a:xfrm>
            <a:off x="534600" y="187092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Tag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圓角矩形 11"/>
          <p:cNvSpPr/>
          <p:nvPr/>
        </p:nvSpPr>
        <p:spPr>
          <a:xfrm>
            <a:off x="525600" y="246276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Prod.ver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圓角矩形 1"/>
          <p:cNvSpPr/>
          <p:nvPr/>
        </p:nvSpPr>
        <p:spPr>
          <a:xfrm>
            <a:off x="1647000" y="207108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Pull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圓角矩形 10"/>
          <p:cNvSpPr/>
          <p:nvPr/>
        </p:nvSpPr>
        <p:spPr>
          <a:xfrm>
            <a:off x="2414160" y="187092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B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圓角矩形 11"/>
          <p:cNvSpPr/>
          <p:nvPr/>
        </p:nvSpPr>
        <p:spPr>
          <a:xfrm>
            <a:off x="2405160" y="246276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local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圓角矩形 1"/>
          <p:cNvSpPr/>
          <p:nvPr/>
        </p:nvSpPr>
        <p:spPr>
          <a:xfrm>
            <a:off x="3535920" y="207108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Push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圓角矩形 10"/>
          <p:cNvSpPr/>
          <p:nvPr/>
        </p:nvSpPr>
        <p:spPr>
          <a:xfrm>
            <a:off x="4336920" y="187092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B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圓角矩形 11"/>
          <p:cNvSpPr/>
          <p:nvPr/>
        </p:nvSpPr>
        <p:spPr>
          <a:xfrm>
            <a:off x="4327920" y="246276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向右箭號 3"/>
          <p:cNvSpPr/>
          <p:nvPr/>
        </p:nvSpPr>
        <p:spPr>
          <a:xfrm>
            <a:off x="1541520" y="241740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72" name="圓角矩形 1"/>
          <p:cNvSpPr/>
          <p:nvPr/>
        </p:nvSpPr>
        <p:spPr>
          <a:xfrm>
            <a:off x="5477040" y="204228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圓角矩形 10"/>
          <p:cNvSpPr/>
          <p:nvPr/>
        </p:nvSpPr>
        <p:spPr>
          <a:xfrm>
            <a:off x="6273720" y="188676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dev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圓角矩形 11"/>
          <p:cNvSpPr/>
          <p:nvPr/>
        </p:nvSpPr>
        <p:spPr>
          <a:xfrm>
            <a:off x="6264720" y="247860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向右箭號 3"/>
          <p:cNvSpPr/>
          <p:nvPr/>
        </p:nvSpPr>
        <p:spPr>
          <a:xfrm>
            <a:off x="3449520" y="24163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76" name="向右箭號 3"/>
          <p:cNvSpPr/>
          <p:nvPr/>
        </p:nvSpPr>
        <p:spPr>
          <a:xfrm>
            <a:off x="5371200" y="238788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77" name="圓角矩形 1"/>
          <p:cNvSpPr/>
          <p:nvPr/>
        </p:nvSpPr>
        <p:spPr>
          <a:xfrm>
            <a:off x="5394600" y="3878280"/>
            <a:ext cx="632520" cy="34524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圓角矩形 10"/>
          <p:cNvSpPr/>
          <p:nvPr/>
        </p:nvSpPr>
        <p:spPr>
          <a:xfrm>
            <a:off x="6273720" y="371988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圓角矩形 11"/>
          <p:cNvSpPr/>
          <p:nvPr/>
        </p:nvSpPr>
        <p:spPr>
          <a:xfrm>
            <a:off x="6264720" y="431172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1"/>
          <p:cNvSpPr/>
          <p:nvPr/>
        </p:nvSpPr>
        <p:spPr>
          <a:xfrm>
            <a:off x="432360" y="795600"/>
            <a:ext cx="9152640" cy="8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多張需求單開發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：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正在測試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Issue A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，且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要先上線，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              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拉正式環境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( Prod. Tag)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版本建置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Issue B Branch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禁止標誌 1"/>
          <p:cNvSpPr/>
          <p:nvPr/>
        </p:nvSpPr>
        <p:spPr>
          <a:xfrm>
            <a:off x="5875200" y="3890880"/>
            <a:ext cx="339840" cy="312120"/>
          </a:xfrm>
          <a:prstGeom prst="noSmoking">
            <a:avLst>
              <a:gd name="adj" fmla="val 187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182" name="圓角矩形 1"/>
          <p:cNvSpPr/>
          <p:nvPr/>
        </p:nvSpPr>
        <p:spPr>
          <a:xfrm>
            <a:off x="8247240" y="414000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圓角矩形 1"/>
          <p:cNvSpPr/>
          <p:nvPr/>
        </p:nvSpPr>
        <p:spPr>
          <a:xfrm>
            <a:off x="8247240" y="376776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向右箭號 3"/>
          <p:cNvSpPr/>
          <p:nvPr/>
        </p:nvSpPr>
        <p:spPr>
          <a:xfrm>
            <a:off x="7310520" y="238788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85" name="圓角矩形 1"/>
          <p:cNvSpPr/>
          <p:nvPr/>
        </p:nvSpPr>
        <p:spPr>
          <a:xfrm>
            <a:off x="8241120" y="2239560"/>
            <a:ext cx="632520" cy="413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SIT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圓角矩形 1"/>
          <p:cNvSpPr/>
          <p:nvPr/>
        </p:nvSpPr>
        <p:spPr>
          <a:xfrm>
            <a:off x="8241120" y="186768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A+B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圓角矩形 36"/>
          <p:cNvSpPr/>
          <p:nvPr/>
        </p:nvSpPr>
        <p:spPr>
          <a:xfrm>
            <a:off x="4345920" y="371988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B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圓角矩形 37"/>
          <p:cNvSpPr/>
          <p:nvPr/>
        </p:nvSpPr>
        <p:spPr>
          <a:xfrm>
            <a:off x="4336920" y="431172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9" name="肘形接點 24"/>
          <p:cNvCxnSpPr>
            <a:stCxn id="185" idx="2"/>
            <a:endCxn id="187" idx="0"/>
          </p:cNvCxnSpPr>
          <p:nvPr/>
        </p:nvCxnSpPr>
        <p:spPr>
          <a:xfrm rot="5400000">
            <a:off x="6164640" y="1327680"/>
            <a:ext cx="1067040" cy="3718080"/>
          </a:xfrm>
          <a:prstGeom prst="bentConnector3">
            <a:avLst>
              <a:gd name="adj1" fmla="val 50016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90" name="圓角矩形 1"/>
          <p:cNvSpPr/>
          <p:nvPr/>
        </p:nvSpPr>
        <p:spPr>
          <a:xfrm>
            <a:off x="6183360" y="2981880"/>
            <a:ext cx="1126800" cy="4100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chemeClr val="dk1"/>
                </a:solidFill>
                <a:latin typeface="Arial"/>
              </a:rPr>
              <a:t>測試通過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向右箭號 3"/>
          <p:cNvSpPr/>
          <p:nvPr/>
        </p:nvSpPr>
        <p:spPr>
          <a:xfrm>
            <a:off x="5371200" y="426024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92" name="向右箭號 3"/>
          <p:cNvSpPr/>
          <p:nvPr/>
        </p:nvSpPr>
        <p:spPr>
          <a:xfrm>
            <a:off x="7319520" y="42595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331640" y="71640"/>
            <a:ext cx="7281360" cy="723600"/>
          </a:xfrm>
          <a:prstGeom prst="rect">
            <a:avLst/>
          </a:prstGeom>
          <a:noFill/>
          <a:ln w="0">
            <a:noFill/>
          </a:ln>
        </p:spPr>
        <p:txBody>
          <a:bodyPr lIns="100800" tIns="100800" rIns="100800" bIns="1008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Gitlab</a:t>
            </a:r>
            <a:r>
              <a:rPr lang="zh-TW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版控流程情境四</a:t>
            </a:r>
            <a:endParaRPr lang="en-US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4" name="PlaceHolder 1"/>
          <p:cNvSpPr/>
          <p:nvPr/>
        </p:nvSpPr>
        <p:spPr>
          <a:xfrm>
            <a:off x="199800" y="4615200"/>
            <a:ext cx="9730800" cy="14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情境細節</a:t>
            </a: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退回 </a:t>
            </a: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Pull </a:t>
            </a:r>
            <a:r>
              <a:rPr lang="en-US" sz="18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調整 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版本 </a:t>
            </a: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Push </a:t>
            </a:r>
            <a:r>
              <a:rPr lang="en-US" sz="18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18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1800" b="0" strike="noStrike" spc="-1">
                <a:solidFill>
                  <a:srgbClr val="FF0000"/>
                </a:solidFill>
                <a:latin typeface="標楷體"/>
                <a:ea typeface="標楷體"/>
              </a:rPr>
              <a:t>dev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SIT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 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(A+B)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18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A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18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再次測試 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(A) </a:t>
            </a: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 </a:t>
            </a: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上版至 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Prod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002060"/>
                </a:solidFill>
                <a:latin typeface="標楷體"/>
                <a:ea typeface="標楷體"/>
              </a:rPr>
              <a:t>=&gt;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Merge </a:t>
            </a:r>
            <a:r>
              <a:rPr lang="en-US" sz="1800" b="0" strike="noStrike" spc="-1">
                <a:solidFill>
                  <a:srgbClr val="FF0000"/>
                </a:solidFill>
                <a:latin typeface="標楷體"/>
                <a:ea typeface="標楷體"/>
              </a:rPr>
              <a:t>Issue B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至 </a:t>
            </a:r>
            <a:r>
              <a:rPr lang="en-US" sz="1800" b="0" strike="noStrike" spc="-1">
                <a:solidFill>
                  <a:srgbClr val="FF0000"/>
                </a:solidFill>
                <a:latin typeface="標楷體"/>
                <a:ea typeface="標楷體"/>
              </a:rPr>
              <a:t>main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 branch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進行 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再次測試 </a:t>
            </a:r>
            <a:r>
              <a:rPr lang="en-US" sz="1800" b="0" strike="noStrike" spc="-1">
                <a:solidFill>
                  <a:srgbClr val="002060"/>
                </a:solidFill>
                <a:latin typeface="標楷體"/>
                <a:ea typeface="標楷體"/>
              </a:rPr>
              <a:t>(A+B)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1"/>
          <p:cNvSpPr/>
          <p:nvPr/>
        </p:nvSpPr>
        <p:spPr>
          <a:xfrm>
            <a:off x="451080" y="777240"/>
            <a:ext cx="9060120" cy="72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多張需求單開發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：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SIT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有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A+B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的版本，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已經走到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且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要先上線，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               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不通過退回修改。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圓角矩形 1"/>
          <p:cNvSpPr/>
          <p:nvPr/>
        </p:nvSpPr>
        <p:spPr>
          <a:xfrm>
            <a:off x="183240" y="205200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圓角矩形 1"/>
          <p:cNvSpPr/>
          <p:nvPr/>
        </p:nvSpPr>
        <p:spPr>
          <a:xfrm>
            <a:off x="183240" y="168012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圓角矩形 10"/>
          <p:cNvSpPr/>
          <p:nvPr/>
        </p:nvSpPr>
        <p:spPr>
          <a:xfrm>
            <a:off x="1657080" y="167436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圓角矩形 11"/>
          <p:cNvSpPr/>
          <p:nvPr/>
        </p:nvSpPr>
        <p:spPr>
          <a:xfrm>
            <a:off x="1648080" y="226620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圓角矩形 1"/>
          <p:cNvSpPr/>
          <p:nvPr/>
        </p:nvSpPr>
        <p:spPr>
          <a:xfrm>
            <a:off x="2769480" y="187452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Pull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圓角矩形 10"/>
          <p:cNvSpPr/>
          <p:nvPr/>
        </p:nvSpPr>
        <p:spPr>
          <a:xfrm>
            <a:off x="3536640" y="167436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600" b="1" strike="noStrike" spc="-1">
                <a:solidFill>
                  <a:schemeClr val="dk1"/>
                </a:solidFill>
                <a:latin typeface="Arial"/>
              </a:rPr>
              <a:t>修改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圓角矩形 11"/>
          <p:cNvSpPr/>
          <p:nvPr/>
        </p:nvSpPr>
        <p:spPr>
          <a:xfrm>
            <a:off x="3527640" y="226620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local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圓角矩形 1"/>
          <p:cNvSpPr/>
          <p:nvPr/>
        </p:nvSpPr>
        <p:spPr>
          <a:xfrm>
            <a:off x="4658400" y="187452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Push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圓角矩形 10"/>
          <p:cNvSpPr/>
          <p:nvPr/>
        </p:nvSpPr>
        <p:spPr>
          <a:xfrm>
            <a:off x="5459400" y="167436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圓角矩形 11"/>
          <p:cNvSpPr/>
          <p:nvPr/>
        </p:nvSpPr>
        <p:spPr>
          <a:xfrm>
            <a:off x="5450400" y="226620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向右箭號 3"/>
          <p:cNvSpPr/>
          <p:nvPr/>
        </p:nvSpPr>
        <p:spPr>
          <a:xfrm>
            <a:off x="2664000" y="222084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07" name="圓角矩形 1"/>
          <p:cNvSpPr/>
          <p:nvPr/>
        </p:nvSpPr>
        <p:spPr>
          <a:xfrm>
            <a:off x="6599520" y="184608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圓角矩形 10"/>
          <p:cNvSpPr/>
          <p:nvPr/>
        </p:nvSpPr>
        <p:spPr>
          <a:xfrm>
            <a:off x="7396200" y="169056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dev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圓角矩形 11"/>
          <p:cNvSpPr/>
          <p:nvPr/>
        </p:nvSpPr>
        <p:spPr>
          <a:xfrm>
            <a:off x="7387200" y="228240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向右箭號 3"/>
          <p:cNvSpPr/>
          <p:nvPr/>
        </p:nvSpPr>
        <p:spPr>
          <a:xfrm>
            <a:off x="4572000" y="22201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11" name="向右箭號 3"/>
          <p:cNvSpPr/>
          <p:nvPr/>
        </p:nvSpPr>
        <p:spPr>
          <a:xfrm>
            <a:off x="6493680" y="219168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12" name="圓角矩形 1"/>
          <p:cNvSpPr/>
          <p:nvPr/>
        </p:nvSpPr>
        <p:spPr>
          <a:xfrm>
            <a:off x="1252800" y="328536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圓角矩形 10"/>
          <p:cNvSpPr/>
          <p:nvPr/>
        </p:nvSpPr>
        <p:spPr>
          <a:xfrm>
            <a:off x="2146680" y="31374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圓角矩形 11"/>
          <p:cNvSpPr/>
          <p:nvPr/>
        </p:nvSpPr>
        <p:spPr>
          <a:xfrm>
            <a:off x="2137680" y="37292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向右箭號 3"/>
          <p:cNvSpPr/>
          <p:nvPr/>
        </p:nvSpPr>
        <p:spPr>
          <a:xfrm>
            <a:off x="1204560" y="36385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16" name="圓角矩形 1"/>
          <p:cNvSpPr/>
          <p:nvPr/>
        </p:nvSpPr>
        <p:spPr>
          <a:xfrm>
            <a:off x="3604320" y="353124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圓角矩形 1"/>
          <p:cNvSpPr/>
          <p:nvPr/>
        </p:nvSpPr>
        <p:spPr>
          <a:xfrm>
            <a:off x="3604320" y="315900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向右箭號 3"/>
          <p:cNvSpPr/>
          <p:nvPr/>
        </p:nvSpPr>
        <p:spPr>
          <a:xfrm>
            <a:off x="8475120" y="2194920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19" name="圓角矩形 1"/>
          <p:cNvSpPr/>
          <p:nvPr/>
        </p:nvSpPr>
        <p:spPr>
          <a:xfrm>
            <a:off x="8880840" y="2046600"/>
            <a:ext cx="632520" cy="413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SIT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圓角矩形 1"/>
          <p:cNvSpPr/>
          <p:nvPr/>
        </p:nvSpPr>
        <p:spPr>
          <a:xfrm>
            <a:off x="8880840" y="167436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A+B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圓角矩形 10"/>
          <p:cNvSpPr/>
          <p:nvPr/>
        </p:nvSpPr>
        <p:spPr>
          <a:xfrm>
            <a:off x="136800" y="31374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圓角矩形 11"/>
          <p:cNvSpPr/>
          <p:nvPr/>
        </p:nvSpPr>
        <p:spPr>
          <a:xfrm>
            <a:off x="127800" y="37292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3" name="肘形接點 81"/>
          <p:cNvCxnSpPr>
            <a:stCxn id="219" idx="2"/>
            <a:endCxn id="221" idx="0"/>
          </p:cNvCxnSpPr>
          <p:nvPr/>
        </p:nvCxnSpPr>
        <p:spPr>
          <a:xfrm rot="5400000">
            <a:off x="4574880" y="-1484640"/>
            <a:ext cx="677520" cy="8566920"/>
          </a:xfrm>
          <a:prstGeom prst="bentConnector3">
            <a:avLst>
              <a:gd name="adj1" fmla="val 50026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24" name="圓角矩形 1"/>
          <p:cNvSpPr/>
          <p:nvPr/>
        </p:nvSpPr>
        <p:spPr>
          <a:xfrm>
            <a:off x="8695440" y="2644560"/>
            <a:ext cx="1003320" cy="413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chemeClr val="dk1"/>
                </a:solidFill>
                <a:latin typeface="Arial"/>
              </a:rPr>
              <a:t>測試通過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圓角矩形 1"/>
          <p:cNvSpPr/>
          <p:nvPr/>
        </p:nvSpPr>
        <p:spPr>
          <a:xfrm>
            <a:off x="913680" y="1874520"/>
            <a:ext cx="632520" cy="34524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chemeClr val="dk1"/>
                </a:solidFill>
                <a:latin typeface="Arial"/>
              </a:rPr>
              <a:t>退回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向右箭號 3"/>
          <p:cNvSpPr/>
          <p:nvPr/>
        </p:nvSpPr>
        <p:spPr>
          <a:xfrm>
            <a:off x="944280" y="2224080"/>
            <a:ext cx="590760" cy="284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27" name="圓角矩形 1"/>
          <p:cNvSpPr/>
          <p:nvPr/>
        </p:nvSpPr>
        <p:spPr>
          <a:xfrm>
            <a:off x="4714920" y="3532680"/>
            <a:ext cx="632520" cy="413640"/>
          </a:xfrm>
          <a:prstGeom prst="roundRect">
            <a:avLst>
              <a:gd name="adj" fmla="val 16667"/>
            </a:avLst>
          </a:prstGeom>
          <a:solidFill>
            <a:srgbClr val="6666FF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Prod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圓角矩形 1"/>
          <p:cNvSpPr/>
          <p:nvPr/>
        </p:nvSpPr>
        <p:spPr>
          <a:xfrm>
            <a:off x="4714920" y="316044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圓角矩形 10"/>
          <p:cNvSpPr/>
          <p:nvPr/>
        </p:nvSpPr>
        <p:spPr>
          <a:xfrm>
            <a:off x="5512320" y="388296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B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圓角矩形 11"/>
          <p:cNvSpPr/>
          <p:nvPr/>
        </p:nvSpPr>
        <p:spPr>
          <a:xfrm>
            <a:off x="5503320" y="447480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圓角矩形 1"/>
          <p:cNvSpPr/>
          <p:nvPr/>
        </p:nvSpPr>
        <p:spPr>
          <a:xfrm>
            <a:off x="6652440" y="405432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圓角矩形 10"/>
          <p:cNvSpPr/>
          <p:nvPr/>
        </p:nvSpPr>
        <p:spPr>
          <a:xfrm>
            <a:off x="7449120" y="38988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圓角矩形 11"/>
          <p:cNvSpPr/>
          <p:nvPr/>
        </p:nvSpPr>
        <p:spPr>
          <a:xfrm>
            <a:off x="7440120" y="44906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向右箭號 3"/>
          <p:cNvSpPr/>
          <p:nvPr/>
        </p:nvSpPr>
        <p:spPr>
          <a:xfrm>
            <a:off x="6546600" y="43999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35" name="圓角矩形 1"/>
          <p:cNvSpPr/>
          <p:nvPr/>
        </p:nvSpPr>
        <p:spPr>
          <a:xfrm>
            <a:off x="8934840" y="426888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圓角矩形 1"/>
          <p:cNvSpPr/>
          <p:nvPr/>
        </p:nvSpPr>
        <p:spPr>
          <a:xfrm>
            <a:off x="8934840" y="389664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A+B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向右箭號 3"/>
          <p:cNvSpPr/>
          <p:nvPr/>
        </p:nvSpPr>
        <p:spPr>
          <a:xfrm>
            <a:off x="3184200" y="3660120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38" name="向右箭號 3"/>
          <p:cNvSpPr/>
          <p:nvPr/>
        </p:nvSpPr>
        <p:spPr>
          <a:xfrm>
            <a:off x="4289760" y="3636360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39" name="向右箭號 3"/>
          <p:cNvSpPr/>
          <p:nvPr/>
        </p:nvSpPr>
        <p:spPr>
          <a:xfrm>
            <a:off x="8494920" y="4398840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240" name="肘形接點 11"/>
          <p:cNvCxnSpPr>
            <a:stCxn id="227" idx="2"/>
            <a:endCxn id="229" idx="1"/>
          </p:cNvCxnSpPr>
          <p:nvPr/>
        </p:nvCxnSpPr>
        <p:spPr>
          <a:xfrm rot="16200000" flipH="1">
            <a:off x="5155200" y="3821760"/>
            <a:ext cx="233280" cy="481680"/>
          </a:xfrm>
          <a:prstGeom prst="bentConnector2">
            <a:avLst/>
          </a:prstGeom>
          <a:ln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331640" y="71640"/>
            <a:ext cx="7281360" cy="723600"/>
          </a:xfrm>
          <a:prstGeom prst="rect">
            <a:avLst/>
          </a:prstGeom>
          <a:noFill/>
          <a:ln w="0">
            <a:noFill/>
          </a:ln>
        </p:spPr>
        <p:txBody>
          <a:bodyPr lIns="100800" tIns="100800" rIns="100800" bIns="1008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Gitlab</a:t>
            </a:r>
            <a:r>
              <a:rPr lang="zh-TW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版控流程情境五</a:t>
            </a:r>
            <a:endParaRPr lang="en-US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2" name="PlaceHolder 1"/>
          <p:cNvSpPr/>
          <p:nvPr/>
        </p:nvSpPr>
        <p:spPr>
          <a:xfrm>
            <a:off x="172800" y="777240"/>
            <a:ext cx="10042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>
                <a:solidFill>
                  <a:srgbClr val="002060"/>
                </a:solidFill>
                <a:latin typeface="標楷體"/>
                <a:ea typeface="標楷體"/>
              </a:rPr>
              <a:t>多張需求單開發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：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 SIT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有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A+B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的版本，而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Issue 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不通過，退回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讓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B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先上，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Issue B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進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測試，測試成功上版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Prod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，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Issue A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繼續送 </a:t>
            </a:r>
            <a:r>
              <a:rPr lang="en-US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>
                <a:solidFill>
                  <a:srgbClr val="002060"/>
                </a:solidFill>
                <a:latin typeface="標楷體"/>
                <a:ea typeface="標楷體"/>
              </a:rPr>
              <a:t>測試。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圓角矩形 1"/>
          <p:cNvSpPr/>
          <p:nvPr/>
        </p:nvSpPr>
        <p:spPr>
          <a:xfrm>
            <a:off x="390240" y="206208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圓角矩形 1"/>
          <p:cNvSpPr/>
          <p:nvPr/>
        </p:nvSpPr>
        <p:spPr>
          <a:xfrm>
            <a:off x="390240" y="168984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圓角矩形 10"/>
          <p:cNvSpPr/>
          <p:nvPr/>
        </p:nvSpPr>
        <p:spPr>
          <a:xfrm>
            <a:off x="1879920" y="16470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B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圓角矩形 11"/>
          <p:cNvSpPr/>
          <p:nvPr/>
        </p:nvSpPr>
        <p:spPr>
          <a:xfrm>
            <a:off x="1870920" y="22388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local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圓角矩形 1"/>
          <p:cNvSpPr/>
          <p:nvPr/>
        </p:nvSpPr>
        <p:spPr>
          <a:xfrm>
            <a:off x="3001680" y="184716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Push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圓角矩形 10"/>
          <p:cNvSpPr/>
          <p:nvPr/>
        </p:nvSpPr>
        <p:spPr>
          <a:xfrm>
            <a:off x="3803040" y="16470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B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圓角矩形 11"/>
          <p:cNvSpPr/>
          <p:nvPr/>
        </p:nvSpPr>
        <p:spPr>
          <a:xfrm>
            <a:off x="3794040" y="22388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圓角矩形 1"/>
          <p:cNvSpPr/>
          <p:nvPr/>
        </p:nvSpPr>
        <p:spPr>
          <a:xfrm>
            <a:off x="4942800" y="181872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圓角矩形 10"/>
          <p:cNvSpPr/>
          <p:nvPr/>
        </p:nvSpPr>
        <p:spPr>
          <a:xfrm>
            <a:off x="5739480" y="166284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dev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圓角矩形 11"/>
          <p:cNvSpPr/>
          <p:nvPr/>
        </p:nvSpPr>
        <p:spPr>
          <a:xfrm>
            <a:off x="5730480" y="225468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向右箭號 3"/>
          <p:cNvSpPr/>
          <p:nvPr/>
        </p:nvSpPr>
        <p:spPr>
          <a:xfrm>
            <a:off x="2915280" y="219276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54" name="向右箭號 3"/>
          <p:cNvSpPr/>
          <p:nvPr/>
        </p:nvSpPr>
        <p:spPr>
          <a:xfrm>
            <a:off x="4837320" y="216396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55" name="圓角矩形 1"/>
          <p:cNvSpPr/>
          <p:nvPr/>
        </p:nvSpPr>
        <p:spPr>
          <a:xfrm>
            <a:off x="1513080" y="452628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向右箭號 3"/>
          <p:cNvSpPr/>
          <p:nvPr/>
        </p:nvSpPr>
        <p:spPr>
          <a:xfrm>
            <a:off x="1407600" y="48715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57" name="圓角矩形 1"/>
          <p:cNvSpPr/>
          <p:nvPr/>
        </p:nvSpPr>
        <p:spPr>
          <a:xfrm>
            <a:off x="3873600" y="475128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圓角矩形 1"/>
          <p:cNvSpPr/>
          <p:nvPr/>
        </p:nvSpPr>
        <p:spPr>
          <a:xfrm>
            <a:off x="3873600" y="437940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圓角矩形 1"/>
          <p:cNvSpPr/>
          <p:nvPr/>
        </p:nvSpPr>
        <p:spPr>
          <a:xfrm>
            <a:off x="7257960" y="2031840"/>
            <a:ext cx="632520" cy="413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SIT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圓角矩形 1"/>
          <p:cNvSpPr/>
          <p:nvPr/>
        </p:nvSpPr>
        <p:spPr>
          <a:xfrm>
            <a:off x="7257960" y="165960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A+B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圓角矩形 10"/>
          <p:cNvSpPr/>
          <p:nvPr/>
        </p:nvSpPr>
        <p:spPr>
          <a:xfrm>
            <a:off x="346320" y="43614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B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圓角矩形 11"/>
          <p:cNvSpPr/>
          <p:nvPr/>
        </p:nvSpPr>
        <p:spPr>
          <a:xfrm>
            <a:off x="337320" y="49532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3" name="肘形接點 84"/>
          <p:cNvCxnSpPr>
            <a:stCxn id="259" idx="2"/>
            <a:endCxn id="264" idx="0"/>
          </p:cNvCxnSpPr>
          <p:nvPr/>
        </p:nvCxnSpPr>
        <p:spPr>
          <a:xfrm rot="5400000">
            <a:off x="4893840" y="302040"/>
            <a:ext cx="537120" cy="4823640"/>
          </a:xfrm>
          <a:prstGeom prst="bentConnector3">
            <a:avLst>
              <a:gd name="adj1" fmla="val 50033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65" name="圓角矩形 1"/>
          <p:cNvSpPr/>
          <p:nvPr/>
        </p:nvSpPr>
        <p:spPr>
          <a:xfrm>
            <a:off x="1120680" y="1884240"/>
            <a:ext cx="632520" cy="34524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chemeClr val="dk1"/>
                </a:solidFill>
                <a:latin typeface="Arial"/>
              </a:rPr>
              <a:t>退回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向右箭號 3"/>
          <p:cNvSpPr/>
          <p:nvPr/>
        </p:nvSpPr>
        <p:spPr>
          <a:xfrm>
            <a:off x="1151280" y="2233800"/>
            <a:ext cx="590760" cy="284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67" name="圓角矩形 1"/>
          <p:cNvSpPr/>
          <p:nvPr/>
        </p:nvSpPr>
        <p:spPr>
          <a:xfrm>
            <a:off x="7841160" y="1850040"/>
            <a:ext cx="1003320" cy="413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chemeClr val="dk1"/>
                </a:solidFill>
                <a:latin typeface="Arial"/>
              </a:rPr>
              <a:t>測試通過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向右箭號 3"/>
          <p:cNvSpPr/>
          <p:nvPr/>
        </p:nvSpPr>
        <p:spPr>
          <a:xfrm>
            <a:off x="6786000" y="2167200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69" name="圓角矩形 1"/>
          <p:cNvSpPr/>
          <p:nvPr/>
        </p:nvSpPr>
        <p:spPr>
          <a:xfrm>
            <a:off x="5002560" y="4745160"/>
            <a:ext cx="632520" cy="413640"/>
          </a:xfrm>
          <a:prstGeom prst="roundRect">
            <a:avLst>
              <a:gd name="adj" fmla="val 16667"/>
            </a:avLst>
          </a:prstGeom>
          <a:solidFill>
            <a:srgbClr val="6666FF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Prod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圓角矩形 1"/>
          <p:cNvSpPr/>
          <p:nvPr/>
        </p:nvSpPr>
        <p:spPr>
          <a:xfrm>
            <a:off x="5002560" y="437328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向右箭號 3"/>
          <p:cNvSpPr/>
          <p:nvPr/>
        </p:nvSpPr>
        <p:spPr>
          <a:xfrm>
            <a:off x="4579200" y="4891680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72" name="圓角矩形 10"/>
          <p:cNvSpPr/>
          <p:nvPr/>
        </p:nvSpPr>
        <p:spPr>
          <a:xfrm>
            <a:off x="5635440" y="52542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A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圓角矩形 11"/>
          <p:cNvSpPr/>
          <p:nvPr/>
        </p:nvSpPr>
        <p:spPr>
          <a:xfrm>
            <a:off x="5626440" y="58460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圓角矩形 1"/>
          <p:cNvSpPr/>
          <p:nvPr/>
        </p:nvSpPr>
        <p:spPr>
          <a:xfrm>
            <a:off x="6775200" y="542592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圓角矩形 10"/>
          <p:cNvSpPr/>
          <p:nvPr/>
        </p:nvSpPr>
        <p:spPr>
          <a:xfrm>
            <a:off x="7571880" y="527040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圓角矩形 11"/>
          <p:cNvSpPr/>
          <p:nvPr/>
        </p:nvSpPr>
        <p:spPr>
          <a:xfrm>
            <a:off x="7562880" y="586224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向右箭號 3"/>
          <p:cNvSpPr/>
          <p:nvPr/>
        </p:nvSpPr>
        <p:spPr>
          <a:xfrm>
            <a:off x="6669720" y="57715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78" name="圓角矩形 1"/>
          <p:cNvSpPr/>
          <p:nvPr/>
        </p:nvSpPr>
        <p:spPr>
          <a:xfrm>
            <a:off x="9057600" y="5640120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圓角矩形 1"/>
          <p:cNvSpPr/>
          <p:nvPr/>
        </p:nvSpPr>
        <p:spPr>
          <a:xfrm>
            <a:off x="9057600" y="5268240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B+A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向右箭號 3"/>
          <p:cNvSpPr/>
          <p:nvPr/>
        </p:nvSpPr>
        <p:spPr>
          <a:xfrm>
            <a:off x="8617680" y="5770440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81" name="圓角矩形 10"/>
          <p:cNvSpPr/>
          <p:nvPr/>
        </p:nvSpPr>
        <p:spPr>
          <a:xfrm>
            <a:off x="4296240" y="2994840"/>
            <a:ext cx="1333080" cy="56700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zh-TW" sz="1600" b="0" strike="noStrike" spc="-1">
                <a:solidFill>
                  <a:schemeClr val="dk1"/>
                </a:solidFill>
                <a:latin typeface="Arial"/>
              </a:rPr>
              <a:t>刪除</a:t>
            </a: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A</a:t>
            </a:r>
            <a:r>
              <a:rPr lang="zh-TW" sz="1600" b="0" strike="noStrike" spc="-1">
                <a:solidFill>
                  <a:schemeClr val="dk1"/>
                </a:solidFill>
                <a:latin typeface="Arial"/>
              </a:rPr>
              <a:t>版本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圓角矩形 10"/>
          <p:cNvSpPr/>
          <p:nvPr/>
        </p:nvSpPr>
        <p:spPr>
          <a:xfrm>
            <a:off x="2257200" y="298224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(A</a:t>
            </a:r>
            <a:r>
              <a:rPr lang="zh-TW" sz="1600" b="0" strike="noStrike" spc="-1">
                <a:solidFill>
                  <a:schemeClr val="dk1"/>
                </a:solidFill>
                <a:latin typeface="Arial"/>
              </a:rPr>
              <a:t>版本</a:t>
            </a: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圓角矩形 11"/>
          <p:cNvSpPr/>
          <p:nvPr/>
        </p:nvSpPr>
        <p:spPr>
          <a:xfrm>
            <a:off x="2248200" y="357408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向右箭號 3"/>
          <p:cNvSpPr/>
          <p:nvPr/>
        </p:nvSpPr>
        <p:spPr>
          <a:xfrm>
            <a:off x="3342600" y="34999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84" name="圓角矩形 1"/>
          <p:cNvSpPr/>
          <p:nvPr/>
        </p:nvSpPr>
        <p:spPr>
          <a:xfrm>
            <a:off x="3424320" y="315468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Pull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向右箭號 3"/>
          <p:cNvSpPr/>
          <p:nvPr/>
        </p:nvSpPr>
        <p:spPr>
          <a:xfrm>
            <a:off x="5692680" y="350352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86" name="圓角矩形 1"/>
          <p:cNvSpPr/>
          <p:nvPr/>
        </p:nvSpPr>
        <p:spPr>
          <a:xfrm>
            <a:off x="5774400" y="315792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Push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圓角矩形 11"/>
          <p:cNvSpPr/>
          <p:nvPr/>
        </p:nvSpPr>
        <p:spPr>
          <a:xfrm>
            <a:off x="4296240" y="3560400"/>
            <a:ext cx="1333080" cy="1994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local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圓角矩形 11"/>
          <p:cNvSpPr/>
          <p:nvPr/>
        </p:nvSpPr>
        <p:spPr>
          <a:xfrm>
            <a:off x="6590160" y="3560400"/>
            <a:ext cx="1300320" cy="2019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圓角矩形 10"/>
          <p:cNvSpPr/>
          <p:nvPr/>
        </p:nvSpPr>
        <p:spPr>
          <a:xfrm>
            <a:off x="6578640" y="3012120"/>
            <a:ext cx="1321920" cy="54576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zh-TW" sz="1600" b="0" strike="noStrike" spc="-1">
                <a:solidFill>
                  <a:schemeClr val="dk1"/>
                </a:solidFill>
                <a:latin typeface="Arial"/>
              </a:rPr>
              <a:t>刪除</a:t>
            </a: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A</a:t>
            </a:r>
            <a:r>
              <a:rPr lang="zh-TW" sz="1600" b="0" strike="noStrike" spc="-1">
                <a:solidFill>
                  <a:schemeClr val="dk1"/>
                </a:solidFill>
                <a:latin typeface="Arial"/>
              </a:rPr>
              <a:t>版本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圓角矩形 1"/>
          <p:cNvSpPr/>
          <p:nvPr/>
        </p:nvSpPr>
        <p:spPr>
          <a:xfrm>
            <a:off x="8059680" y="3132000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向右箭號 3"/>
          <p:cNvSpPr/>
          <p:nvPr/>
        </p:nvSpPr>
        <p:spPr>
          <a:xfrm>
            <a:off x="7954200" y="3477600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92" name="向右箭號 3"/>
          <p:cNvSpPr/>
          <p:nvPr/>
        </p:nvSpPr>
        <p:spPr>
          <a:xfrm>
            <a:off x="3405600" y="4873680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293" name="肘形接點 4"/>
          <p:cNvCxnSpPr>
            <a:stCxn id="269" idx="2"/>
            <a:endCxn id="272" idx="1"/>
          </p:cNvCxnSpPr>
          <p:nvPr/>
        </p:nvCxnSpPr>
        <p:spPr>
          <a:xfrm rot="16200000" flipH="1">
            <a:off x="5281200" y="5196240"/>
            <a:ext cx="392040" cy="317160"/>
          </a:xfrm>
          <a:prstGeom prst="bentConnector2">
            <a:avLst/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294" name="圓角矩形 10"/>
          <p:cNvSpPr/>
          <p:nvPr/>
        </p:nvSpPr>
        <p:spPr>
          <a:xfrm>
            <a:off x="8858520" y="301212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圓角矩形 11"/>
          <p:cNvSpPr/>
          <p:nvPr/>
        </p:nvSpPr>
        <p:spPr>
          <a:xfrm>
            <a:off x="8849520" y="360396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圓角矩形 10"/>
          <p:cNvSpPr/>
          <p:nvPr/>
        </p:nvSpPr>
        <p:spPr>
          <a:xfrm>
            <a:off x="2339280" y="4371840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main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圓角矩形 11"/>
          <p:cNvSpPr/>
          <p:nvPr/>
        </p:nvSpPr>
        <p:spPr>
          <a:xfrm>
            <a:off x="2330280" y="4963680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圓角矩形 1"/>
          <p:cNvSpPr/>
          <p:nvPr/>
        </p:nvSpPr>
        <p:spPr>
          <a:xfrm>
            <a:off x="642960" y="2986200"/>
            <a:ext cx="1454760" cy="729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>
                <a:solidFill>
                  <a:srgbClr val="000000"/>
                </a:solidFill>
                <a:latin typeface="Arial"/>
              </a:rPr>
              <a:t>把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</a:rPr>
              <a:t>main </a:t>
            </a:r>
            <a:r>
              <a:rPr lang="zh-TW" sz="1400" b="1" strike="noStrike" spc="-1">
                <a:solidFill>
                  <a:srgbClr val="000000"/>
                </a:solidFill>
                <a:latin typeface="Arial"/>
              </a:rPr>
              <a:t>還原為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</a:rPr>
              <a:t>Prod. ver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9" name="肘形接點 11"/>
          <p:cNvCxnSpPr>
            <a:stCxn id="295" idx="2"/>
            <a:endCxn id="261" idx="0"/>
          </p:cNvCxnSpPr>
          <p:nvPr/>
        </p:nvCxnSpPr>
        <p:spPr>
          <a:xfrm rot="5400000">
            <a:off x="4813200" y="-172800"/>
            <a:ext cx="561240" cy="8508240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331640" y="71640"/>
            <a:ext cx="7281360" cy="723600"/>
          </a:xfrm>
          <a:prstGeom prst="rect">
            <a:avLst/>
          </a:prstGeom>
          <a:noFill/>
          <a:ln w="0">
            <a:noFill/>
          </a:ln>
        </p:spPr>
        <p:txBody>
          <a:bodyPr lIns="100800" tIns="100800" rIns="100800" bIns="1008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Gitlab</a:t>
            </a:r>
            <a:r>
              <a:rPr lang="zh-TW" sz="3600" b="1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版控流程情境六</a:t>
            </a:r>
            <a:endParaRPr lang="en-US" sz="3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1" name="PlaceHolder 1"/>
          <p:cNvSpPr/>
          <p:nvPr/>
        </p:nvSpPr>
        <p:spPr>
          <a:xfrm>
            <a:off x="581442" y="924612"/>
            <a:ext cx="9687960" cy="57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2000" b="1" strike="noStrike" spc="-1" dirty="0">
                <a:solidFill>
                  <a:srgbClr val="FF0000"/>
                </a:solidFill>
                <a:latin typeface="標楷體"/>
                <a:ea typeface="標楷體"/>
              </a:rPr>
              <a:t>緊急過版</a:t>
            </a:r>
            <a:r>
              <a:rPr lang="zh-TW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：</a:t>
            </a:r>
            <a:r>
              <a:rPr lang="en-US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 SIT </a:t>
            </a:r>
            <a:r>
              <a:rPr lang="zh-TW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目前有 </a:t>
            </a:r>
            <a:r>
              <a:rPr lang="en-US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A+B </a:t>
            </a:r>
            <a:r>
              <a:rPr lang="zh-TW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的版本，而 </a:t>
            </a:r>
            <a:r>
              <a:rPr lang="en-US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正在測試 </a:t>
            </a:r>
            <a:r>
              <a:rPr lang="en-US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Issue A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FF0000"/>
                </a:solidFill>
                <a:latin typeface="標楷體"/>
                <a:ea typeface="標楷體"/>
              </a:rPr>
              <a:t>           </a:t>
            </a:r>
            <a:r>
              <a:rPr lang="zh-TW" sz="2000" b="1" strike="noStrike" spc="-1" dirty="0">
                <a:solidFill>
                  <a:srgbClr val="FF0000"/>
                </a:solidFill>
                <a:latin typeface="標楷體"/>
                <a:ea typeface="標楷體"/>
              </a:rPr>
              <a:t>插隊 </a:t>
            </a:r>
            <a:r>
              <a:rPr lang="en-US" sz="2000" b="1" strike="noStrike" spc="-1" dirty="0">
                <a:solidFill>
                  <a:srgbClr val="FF0000"/>
                </a:solidFill>
                <a:latin typeface="標楷體"/>
                <a:ea typeface="標楷體"/>
              </a:rPr>
              <a:t>C </a:t>
            </a:r>
            <a:r>
              <a:rPr lang="zh-TW" sz="2000" b="1" strike="noStrike" spc="-1" dirty="0">
                <a:solidFill>
                  <a:srgbClr val="FF0000"/>
                </a:solidFill>
                <a:latin typeface="標楷體"/>
                <a:ea typeface="標楷體"/>
              </a:rPr>
              <a:t>版本</a:t>
            </a:r>
            <a:r>
              <a:rPr lang="zh-TW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，測試成功上版 </a:t>
            </a:r>
            <a:r>
              <a:rPr lang="en-US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Prod</a:t>
            </a:r>
            <a:r>
              <a:rPr lang="zh-TW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，</a:t>
            </a:r>
            <a:r>
              <a:rPr lang="en-US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Issue A </a:t>
            </a:r>
            <a:r>
              <a:rPr lang="zh-TW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繼續送 </a:t>
            </a:r>
            <a:r>
              <a:rPr lang="en-US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UAT </a:t>
            </a:r>
            <a:r>
              <a:rPr lang="zh-TW" sz="2000" b="0" strike="noStrike" spc="-1" dirty="0">
                <a:solidFill>
                  <a:srgbClr val="002060"/>
                </a:solidFill>
                <a:latin typeface="標楷體"/>
                <a:ea typeface="標楷體"/>
              </a:rPr>
              <a:t>測試。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圓角矩形 10"/>
          <p:cNvSpPr/>
          <p:nvPr/>
        </p:nvSpPr>
        <p:spPr>
          <a:xfrm>
            <a:off x="1056102" y="1909437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Tag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圓角矩形 11"/>
          <p:cNvSpPr/>
          <p:nvPr/>
        </p:nvSpPr>
        <p:spPr>
          <a:xfrm>
            <a:off x="1047102" y="2501277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Prod. ver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圓角矩形 1"/>
          <p:cNvSpPr/>
          <p:nvPr/>
        </p:nvSpPr>
        <p:spPr>
          <a:xfrm>
            <a:off x="2168862" y="2109597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Pull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圓角矩形 10"/>
          <p:cNvSpPr/>
          <p:nvPr/>
        </p:nvSpPr>
        <p:spPr>
          <a:xfrm>
            <a:off x="2935662" y="1909437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 dirty="0">
                <a:solidFill>
                  <a:schemeClr val="dk1"/>
                </a:solidFill>
                <a:latin typeface="Arial"/>
              </a:rPr>
              <a:t>Issue C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圓角矩形 11"/>
          <p:cNvSpPr/>
          <p:nvPr/>
        </p:nvSpPr>
        <p:spPr>
          <a:xfrm>
            <a:off x="2926662" y="2501277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local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圓角矩形 1"/>
          <p:cNvSpPr/>
          <p:nvPr/>
        </p:nvSpPr>
        <p:spPr>
          <a:xfrm>
            <a:off x="4057422" y="2109597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Push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圓角矩形 10"/>
          <p:cNvSpPr/>
          <p:nvPr/>
        </p:nvSpPr>
        <p:spPr>
          <a:xfrm>
            <a:off x="4858782" y="1909437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C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圓角矩形 11"/>
          <p:cNvSpPr/>
          <p:nvPr/>
        </p:nvSpPr>
        <p:spPr>
          <a:xfrm>
            <a:off x="4849782" y="2501277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向右箭號 3"/>
          <p:cNvSpPr/>
          <p:nvPr/>
        </p:nvSpPr>
        <p:spPr>
          <a:xfrm>
            <a:off x="2063382" y="2455917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13" name="圓角矩形 1"/>
          <p:cNvSpPr/>
          <p:nvPr/>
        </p:nvSpPr>
        <p:spPr>
          <a:xfrm>
            <a:off x="5998542" y="2081157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Tag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向右箭號 3"/>
          <p:cNvSpPr/>
          <p:nvPr/>
        </p:nvSpPr>
        <p:spPr>
          <a:xfrm>
            <a:off x="3971022" y="2455197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15" name="向右箭號 3"/>
          <p:cNvSpPr/>
          <p:nvPr/>
        </p:nvSpPr>
        <p:spPr>
          <a:xfrm>
            <a:off x="5920782" y="2426757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16" name="圓角矩形 1"/>
          <p:cNvSpPr/>
          <p:nvPr/>
        </p:nvSpPr>
        <p:spPr>
          <a:xfrm>
            <a:off x="6855702" y="3587426"/>
            <a:ext cx="848520" cy="413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SIT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圓角矩形 1"/>
          <p:cNvSpPr/>
          <p:nvPr/>
        </p:nvSpPr>
        <p:spPr>
          <a:xfrm>
            <a:off x="6855702" y="3215546"/>
            <a:ext cx="848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A+B+C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圓角矩形 1"/>
          <p:cNvSpPr/>
          <p:nvPr/>
        </p:nvSpPr>
        <p:spPr>
          <a:xfrm>
            <a:off x="4544862" y="3380786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向右箭號 3"/>
          <p:cNvSpPr/>
          <p:nvPr/>
        </p:nvSpPr>
        <p:spPr>
          <a:xfrm>
            <a:off x="4439022" y="3726386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22" name="圓角矩形 1"/>
          <p:cNvSpPr/>
          <p:nvPr/>
        </p:nvSpPr>
        <p:spPr>
          <a:xfrm>
            <a:off x="6855702" y="2330997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圓角矩形 1"/>
          <p:cNvSpPr/>
          <p:nvPr/>
        </p:nvSpPr>
        <p:spPr>
          <a:xfrm>
            <a:off x="6855702" y="1959117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C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圓角矩形 10"/>
          <p:cNvSpPr/>
          <p:nvPr/>
        </p:nvSpPr>
        <p:spPr>
          <a:xfrm>
            <a:off x="3377742" y="3215906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C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圓角矩形 11"/>
          <p:cNvSpPr/>
          <p:nvPr/>
        </p:nvSpPr>
        <p:spPr>
          <a:xfrm>
            <a:off x="3368742" y="3807746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圓角矩形 1"/>
          <p:cNvSpPr/>
          <p:nvPr/>
        </p:nvSpPr>
        <p:spPr>
          <a:xfrm>
            <a:off x="8132622" y="2328477"/>
            <a:ext cx="632520" cy="413640"/>
          </a:xfrm>
          <a:prstGeom prst="roundRect">
            <a:avLst>
              <a:gd name="adj" fmla="val 16667"/>
            </a:avLst>
          </a:prstGeom>
          <a:solidFill>
            <a:srgbClr val="6666FF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Prod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圓角矩形 1"/>
          <p:cNvSpPr/>
          <p:nvPr/>
        </p:nvSpPr>
        <p:spPr>
          <a:xfrm>
            <a:off x="8132622" y="1956237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C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圓角矩形 1"/>
          <p:cNvSpPr/>
          <p:nvPr/>
        </p:nvSpPr>
        <p:spPr>
          <a:xfrm>
            <a:off x="7006182" y="4920953"/>
            <a:ext cx="632520" cy="413640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UAT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圓角矩形 1"/>
          <p:cNvSpPr/>
          <p:nvPr/>
        </p:nvSpPr>
        <p:spPr>
          <a:xfrm>
            <a:off x="7006182" y="4549073"/>
            <a:ext cx="632520" cy="38304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 dirty="0" smtClean="0">
                <a:solidFill>
                  <a:schemeClr val="dk1"/>
                </a:solidFill>
                <a:latin typeface="Arial"/>
              </a:rPr>
              <a:t>A+C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向右箭號 3"/>
          <p:cNvSpPr/>
          <p:nvPr/>
        </p:nvSpPr>
        <p:spPr>
          <a:xfrm>
            <a:off x="6534222" y="5060993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39" name="向右箭號 3"/>
          <p:cNvSpPr/>
          <p:nvPr/>
        </p:nvSpPr>
        <p:spPr>
          <a:xfrm>
            <a:off x="7631862" y="2424597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50" name="圓角矩形 1"/>
          <p:cNvSpPr/>
          <p:nvPr/>
        </p:nvSpPr>
        <p:spPr>
          <a:xfrm>
            <a:off x="4538022" y="4722953"/>
            <a:ext cx="632520" cy="34524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</a:rPr>
              <a:t>MR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向右箭號 3"/>
          <p:cNvSpPr/>
          <p:nvPr/>
        </p:nvSpPr>
        <p:spPr>
          <a:xfrm>
            <a:off x="4432542" y="5068193"/>
            <a:ext cx="843840" cy="287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52" name="圓角矩形 10"/>
          <p:cNvSpPr/>
          <p:nvPr/>
        </p:nvSpPr>
        <p:spPr>
          <a:xfrm>
            <a:off x="3371262" y="4558073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Issue C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圓角矩形 11"/>
          <p:cNvSpPr/>
          <p:nvPr/>
        </p:nvSpPr>
        <p:spPr>
          <a:xfrm>
            <a:off x="3362262" y="5149913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圓角矩形 10"/>
          <p:cNvSpPr/>
          <p:nvPr/>
        </p:nvSpPr>
        <p:spPr>
          <a:xfrm>
            <a:off x="5369262" y="4549073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spc="-1" dirty="0">
                <a:solidFill>
                  <a:schemeClr val="dk1"/>
                </a:solidFill>
                <a:latin typeface="Arial"/>
              </a:rPr>
              <a:t>m</a:t>
            </a:r>
            <a:r>
              <a:rPr lang="en-US" sz="1600" b="0" strike="noStrike" spc="-1" dirty="0" smtClean="0">
                <a:solidFill>
                  <a:schemeClr val="dk1"/>
                </a:solidFill>
                <a:latin typeface="Arial"/>
              </a:rPr>
              <a:t>ain</a:t>
            </a:r>
          </a:p>
          <a:p>
            <a:pPr algn="ctr"/>
            <a:r>
              <a:rPr lang="en-US" altLang="zh-TW" sz="1600" spc="-1" dirty="0">
                <a:solidFill>
                  <a:schemeClr val="dk1"/>
                </a:solidFill>
              </a:rPr>
              <a:t>(A</a:t>
            </a:r>
            <a:r>
              <a:rPr lang="zh-TW" altLang="zh-TW" sz="1600" spc="-1" dirty="0">
                <a:solidFill>
                  <a:schemeClr val="dk1"/>
                </a:solidFill>
              </a:rPr>
              <a:t>版本</a:t>
            </a:r>
            <a:r>
              <a:rPr lang="en-US" altLang="zh-TW" sz="1600" spc="-1" dirty="0">
                <a:solidFill>
                  <a:schemeClr val="dk1"/>
                </a:solidFill>
              </a:rPr>
              <a:t>)  </a:t>
            </a:r>
            <a:r>
              <a:rPr lang="en-US" sz="1600" b="0" strike="noStrike" spc="-1" dirty="0" smtClean="0">
                <a:solidFill>
                  <a:schemeClr val="dk1"/>
                </a:solidFill>
                <a:latin typeface="Arial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圓角矩形 11"/>
          <p:cNvSpPr/>
          <p:nvPr/>
        </p:nvSpPr>
        <p:spPr>
          <a:xfrm>
            <a:off x="5360262" y="5140913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9" name="直線單箭頭接點 5"/>
          <p:cNvCxnSpPr/>
          <p:nvPr/>
        </p:nvCxnSpPr>
        <p:spPr>
          <a:xfrm>
            <a:off x="10464480" y="4570200"/>
            <a:ext cx="914760" cy="914760"/>
          </a:xfrm>
          <a:prstGeom prst="straightConnector1">
            <a:avLst/>
          </a:prstGeom>
          <a:ln>
            <a:noFill/>
          </a:ln>
        </p:spPr>
      </p:cxnSp>
      <p:cxnSp>
        <p:nvCxnSpPr>
          <p:cNvPr id="360" name="直線單箭頭接點 7"/>
          <p:cNvCxnSpPr>
            <a:stCxn id="330" idx="2"/>
          </p:cNvCxnSpPr>
          <p:nvPr/>
        </p:nvCxnSpPr>
        <p:spPr>
          <a:xfrm flipH="1">
            <a:off x="4922142" y="2742117"/>
            <a:ext cx="3526920" cy="267120"/>
          </a:xfrm>
          <a:prstGeom prst="straightConnector1">
            <a:avLst/>
          </a:prstGeom>
          <a:ln>
            <a:noFill/>
          </a:ln>
        </p:spPr>
      </p:cxnSp>
      <p:cxnSp>
        <p:nvCxnSpPr>
          <p:cNvPr id="361" name="肘形接點 11"/>
          <p:cNvCxnSpPr>
            <a:stCxn id="330" idx="2"/>
            <a:endCxn id="324" idx="0"/>
          </p:cNvCxnSpPr>
          <p:nvPr/>
        </p:nvCxnSpPr>
        <p:spPr>
          <a:xfrm rot="5400000">
            <a:off x="5923288" y="690311"/>
            <a:ext cx="473789" cy="4577400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362" name="肘形接點 14"/>
          <p:cNvCxnSpPr>
            <a:stCxn id="316" idx="2"/>
            <a:endCxn id="352" idx="0"/>
          </p:cNvCxnSpPr>
          <p:nvPr/>
        </p:nvCxnSpPr>
        <p:spPr>
          <a:xfrm rot="5400000">
            <a:off x="5293979" y="2572089"/>
            <a:ext cx="557007" cy="3414960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364" name="圓角矩形 1"/>
          <p:cNvSpPr/>
          <p:nvPr/>
        </p:nvSpPr>
        <p:spPr>
          <a:xfrm>
            <a:off x="1331640" y="3247226"/>
            <a:ext cx="1911102" cy="729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 dirty="0">
                <a:solidFill>
                  <a:srgbClr val="000000"/>
                </a:solidFill>
                <a:latin typeface="Arial"/>
              </a:rPr>
              <a:t>把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C </a:t>
            </a:r>
            <a:r>
              <a:rPr lang="zh-TW" sz="1400" b="1" strike="noStrike" spc="-1" dirty="0">
                <a:solidFill>
                  <a:srgbClr val="000000"/>
                </a:solidFill>
                <a:latin typeface="Arial"/>
              </a:rPr>
              <a:t>版本加到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dev branch (SIT)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圓角矩形 10"/>
          <p:cNvSpPr/>
          <p:nvPr/>
        </p:nvSpPr>
        <p:spPr>
          <a:xfrm>
            <a:off x="5369262" y="3213746"/>
            <a:ext cx="987480" cy="592920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chemeClr val="dk1"/>
                </a:solidFill>
                <a:latin typeface="Arial"/>
              </a:rPr>
              <a:t>dev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圓角矩形 11"/>
          <p:cNvSpPr/>
          <p:nvPr/>
        </p:nvSpPr>
        <p:spPr>
          <a:xfrm>
            <a:off x="5360262" y="3805586"/>
            <a:ext cx="996480" cy="196560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remote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向右箭號 3"/>
          <p:cNvSpPr/>
          <p:nvPr/>
        </p:nvSpPr>
        <p:spPr>
          <a:xfrm>
            <a:off x="6415422" y="3718106"/>
            <a:ext cx="365760" cy="265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82" name="圓角矩形 1"/>
          <p:cNvSpPr/>
          <p:nvPr/>
        </p:nvSpPr>
        <p:spPr>
          <a:xfrm>
            <a:off x="1331640" y="4605593"/>
            <a:ext cx="1906782" cy="729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400" b="1" strike="noStrike" spc="-1" dirty="0">
                <a:solidFill>
                  <a:srgbClr val="000000"/>
                </a:solidFill>
                <a:latin typeface="Arial"/>
              </a:rPr>
              <a:t>把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C </a:t>
            </a:r>
            <a:r>
              <a:rPr lang="zh-TW" sz="1400" b="1" strike="noStrike" spc="-1" dirty="0">
                <a:solidFill>
                  <a:srgbClr val="000000"/>
                </a:solidFill>
                <a:latin typeface="Arial"/>
              </a:rPr>
              <a:t>版本加到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strike="noStrike" spc="-1" dirty="0" smtClean="0">
                <a:solidFill>
                  <a:srgbClr val="000000"/>
                </a:solidFill>
                <a:latin typeface="Arial"/>
              </a:rPr>
              <a:t>main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branch </a:t>
            </a:r>
            <a:r>
              <a:rPr lang="en-US" sz="1400" b="1" strike="noStrike" spc="-1" dirty="0" smtClean="0">
                <a:solidFill>
                  <a:srgbClr val="000000"/>
                </a:solidFill>
                <a:latin typeface="Arial"/>
              </a:rPr>
              <a:t>(UAT)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540000" y="464400"/>
            <a:ext cx="907020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10" b="0" strike="noStrike" spc="-1">
                <a:solidFill>
                  <a:srgbClr val="002060"/>
                </a:solidFill>
                <a:latin typeface="微軟正黑體"/>
                <a:ea typeface="微軟正黑體"/>
              </a:rPr>
              <a:t>Thank you</a:t>
            </a:r>
            <a:endParaRPr lang="en-US" sz="441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5" name="Google Shape;1127;p41"/>
          <p:cNvSpPr/>
          <p:nvPr/>
        </p:nvSpPr>
        <p:spPr>
          <a:xfrm>
            <a:off x="4015440" y="2664360"/>
            <a:ext cx="2011680" cy="20116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6" name="Google Shape;1147;p41"/>
          <p:cNvSpPr/>
          <p:nvPr/>
        </p:nvSpPr>
        <p:spPr>
          <a:xfrm>
            <a:off x="3602520" y="1936800"/>
            <a:ext cx="761040" cy="76104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7" name="Google Shape;1148;p41"/>
          <p:cNvSpPr/>
          <p:nvPr/>
        </p:nvSpPr>
        <p:spPr>
          <a:xfrm>
            <a:off x="2910960" y="3289680"/>
            <a:ext cx="761040" cy="761040"/>
          </a:xfrm>
          <a:prstGeom prst="ellipse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8" name="Google Shape;1149;p41"/>
          <p:cNvSpPr/>
          <p:nvPr/>
        </p:nvSpPr>
        <p:spPr>
          <a:xfrm>
            <a:off x="3602520" y="4642560"/>
            <a:ext cx="761040" cy="7610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9" name="Google Shape;1150;p41"/>
          <p:cNvSpPr/>
          <p:nvPr/>
        </p:nvSpPr>
        <p:spPr>
          <a:xfrm>
            <a:off x="4108320" y="3742560"/>
            <a:ext cx="186048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TW" sz="1979" b="1" strike="noStrike" spc="-1">
                <a:solidFill>
                  <a:srgbClr val="FFFFFF"/>
                </a:solidFill>
                <a:latin typeface="Fira Sans"/>
                <a:ea typeface="Fira Sans"/>
              </a:rPr>
              <a:t>南區資訊中心</a:t>
            </a:r>
            <a:endParaRPr lang="en-US" sz="197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Google Shape;1151;p41"/>
          <p:cNvSpPr/>
          <p:nvPr/>
        </p:nvSpPr>
        <p:spPr>
          <a:xfrm>
            <a:off x="5663520" y="1936800"/>
            <a:ext cx="761040" cy="76104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1" name="Google Shape;1152;p41"/>
          <p:cNvSpPr/>
          <p:nvPr/>
        </p:nvSpPr>
        <p:spPr>
          <a:xfrm>
            <a:off x="5663520" y="4642560"/>
            <a:ext cx="761040" cy="7610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2" name="Google Shape;1153;p41"/>
          <p:cNvSpPr/>
          <p:nvPr/>
        </p:nvSpPr>
        <p:spPr>
          <a:xfrm>
            <a:off x="6405840" y="3289680"/>
            <a:ext cx="761040" cy="76104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603" name="Google Shape;1154;p41"/>
          <p:cNvGrpSpPr/>
          <p:nvPr/>
        </p:nvGrpSpPr>
        <p:grpSpPr>
          <a:xfrm>
            <a:off x="4859640" y="3260880"/>
            <a:ext cx="358560" cy="381600"/>
            <a:chOff x="4859640" y="3260880"/>
            <a:chExt cx="358560" cy="381600"/>
          </a:xfrm>
        </p:grpSpPr>
        <p:sp>
          <p:nvSpPr>
            <p:cNvPr id="604" name="Google Shape;1155;p41"/>
            <p:cNvSpPr/>
            <p:nvPr/>
          </p:nvSpPr>
          <p:spPr>
            <a:xfrm>
              <a:off x="5039280" y="3260880"/>
              <a:ext cx="20160" cy="55080"/>
            </a:xfrm>
            <a:custGeom>
              <a:avLst/>
              <a:gdLst>
                <a:gd name="textAreaLeft" fmla="*/ 0 w 20160"/>
                <a:gd name="textAreaRight" fmla="*/ 22680 w 20160"/>
                <a:gd name="textAreaTop" fmla="*/ 0 h 55080"/>
                <a:gd name="textAreaBottom" fmla="*/ 57600 h 55080"/>
              </a:gdLst>
              <a:ahLst/>
              <a:cxnLst/>
              <a:rect l="textAreaLeft" t="textAreaTop" r="textAreaRight" b="textAreaBottom"/>
              <a:pathLst>
                <a:path w="694" h="1765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28800" rIns="100800" bIns="288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5" name="Google Shape;1156;p41"/>
            <p:cNvSpPr/>
            <p:nvPr/>
          </p:nvSpPr>
          <p:spPr>
            <a:xfrm>
              <a:off x="5108040" y="3285360"/>
              <a:ext cx="43560" cy="41760"/>
            </a:xfrm>
            <a:custGeom>
              <a:avLst/>
              <a:gdLst>
                <a:gd name="textAreaLeft" fmla="*/ 0 w 43560"/>
                <a:gd name="textAreaRight" fmla="*/ 46080 w 43560"/>
                <a:gd name="textAreaTop" fmla="*/ 0 h 41760"/>
                <a:gd name="textAreaBottom" fmla="*/ 44280 h 41760"/>
              </a:gdLst>
              <a:ahLst/>
              <a:cxnLst/>
              <a:rect l="textAreaLeft" t="textAreaTop" r="textAreaRight" b="textAreaBottom"/>
              <a:pathLst>
                <a:path w="1418" h="1364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21960" rIns="100800" bIns="219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6" name="Google Shape;1157;p41"/>
            <p:cNvSpPr/>
            <p:nvPr/>
          </p:nvSpPr>
          <p:spPr>
            <a:xfrm>
              <a:off x="5174640" y="3420000"/>
              <a:ext cx="43560" cy="21240"/>
            </a:xfrm>
            <a:custGeom>
              <a:avLst/>
              <a:gdLst>
                <a:gd name="textAreaLeft" fmla="*/ 0 w 43560"/>
                <a:gd name="textAreaRight" fmla="*/ 46080 w 43560"/>
                <a:gd name="textAreaTop" fmla="*/ 0 h 21240"/>
                <a:gd name="textAreaBottom" fmla="*/ 23760 h 21240"/>
              </a:gdLst>
              <a:ahLst/>
              <a:cxnLst/>
              <a:rect l="textAreaLeft" t="textAreaTop" r="textAreaRight" b="textAreaBottom"/>
              <a:pathLst>
                <a:path w="1419" h="726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1880" rIns="100800" bIns="1188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7" name="Google Shape;1158;p41"/>
            <p:cNvSpPr/>
            <p:nvPr/>
          </p:nvSpPr>
          <p:spPr>
            <a:xfrm>
              <a:off x="4859640" y="3420000"/>
              <a:ext cx="43560" cy="20160"/>
            </a:xfrm>
            <a:custGeom>
              <a:avLst/>
              <a:gdLst>
                <a:gd name="textAreaLeft" fmla="*/ 0 w 43560"/>
                <a:gd name="textAreaRight" fmla="*/ 46080 w 43560"/>
                <a:gd name="textAreaTop" fmla="*/ 0 h 20160"/>
                <a:gd name="textAreaBottom" fmla="*/ 22680 h 20160"/>
              </a:gdLst>
              <a:ahLst/>
              <a:cxnLst/>
              <a:rect l="textAreaLeft" t="textAreaTop" r="textAreaRight" b="textAreaBottom"/>
              <a:pathLst>
                <a:path w="1419" h="69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1160" rIns="100800" bIns="11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8" name="Google Shape;1159;p41"/>
            <p:cNvSpPr/>
            <p:nvPr/>
          </p:nvSpPr>
          <p:spPr>
            <a:xfrm>
              <a:off x="4948920" y="3285360"/>
              <a:ext cx="43560" cy="41760"/>
            </a:xfrm>
            <a:custGeom>
              <a:avLst/>
              <a:gdLst>
                <a:gd name="textAreaLeft" fmla="*/ 0 w 43560"/>
                <a:gd name="textAreaRight" fmla="*/ 46080 w 43560"/>
                <a:gd name="textAreaTop" fmla="*/ 0 h 41760"/>
                <a:gd name="textAreaBottom" fmla="*/ 44280 h 41760"/>
              </a:gdLst>
              <a:ahLst/>
              <a:cxnLst/>
              <a:rect l="textAreaLeft" t="textAreaTop" r="textAreaRight" b="textAreaBottom"/>
              <a:pathLst>
                <a:path w="1419" h="1364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21960" rIns="100800" bIns="219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9" name="Google Shape;1160;p41"/>
            <p:cNvSpPr/>
            <p:nvPr/>
          </p:nvSpPr>
          <p:spPr>
            <a:xfrm>
              <a:off x="4880160" y="3329640"/>
              <a:ext cx="45720" cy="31320"/>
            </a:xfrm>
            <a:custGeom>
              <a:avLst/>
              <a:gdLst>
                <a:gd name="textAreaLeft" fmla="*/ 0 w 45720"/>
                <a:gd name="textAreaRight" fmla="*/ 48240 w 45720"/>
                <a:gd name="textAreaTop" fmla="*/ 0 h 31320"/>
                <a:gd name="textAreaBottom" fmla="*/ 33840 h 31320"/>
              </a:gdLst>
              <a:ahLst/>
              <a:cxnLst/>
              <a:rect l="textAreaLeft" t="textAreaTop" r="textAreaRight" b="textAreaBottom"/>
              <a:pathLst>
                <a:path w="1482" h="1039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6920" rIns="100800" bIns="169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0" name="Google Shape;1161;p41"/>
            <p:cNvSpPr/>
            <p:nvPr/>
          </p:nvSpPr>
          <p:spPr>
            <a:xfrm>
              <a:off x="5151240" y="3330000"/>
              <a:ext cx="45720" cy="32400"/>
            </a:xfrm>
            <a:custGeom>
              <a:avLst/>
              <a:gdLst>
                <a:gd name="textAreaLeft" fmla="*/ 0 w 45720"/>
                <a:gd name="textAreaRight" fmla="*/ 48240 w 45720"/>
                <a:gd name="textAreaTop" fmla="*/ 0 h 32400"/>
                <a:gd name="textAreaBottom" fmla="*/ 34920 h 32400"/>
              </a:gdLst>
              <a:ahLst/>
              <a:cxnLst/>
              <a:rect l="textAreaLeft" t="textAreaTop" r="textAreaRight" b="textAreaBottom"/>
              <a:pathLst>
                <a:path w="1481" h="1072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7280" rIns="100800" bIns="1728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1" name="Google Shape;1162;p41"/>
            <p:cNvSpPr/>
            <p:nvPr/>
          </p:nvSpPr>
          <p:spPr>
            <a:xfrm>
              <a:off x="4921200" y="3327480"/>
              <a:ext cx="228240" cy="315000"/>
            </a:xfrm>
            <a:custGeom>
              <a:avLst/>
              <a:gdLst>
                <a:gd name="textAreaLeft" fmla="*/ 0 w 228240"/>
                <a:gd name="textAreaRight" fmla="*/ 230760 w 228240"/>
                <a:gd name="textAreaTop" fmla="*/ 0 h 315000"/>
                <a:gd name="textAreaBottom" fmla="*/ 317520 h 315000"/>
              </a:gdLst>
              <a:ahLst/>
              <a:cxnLst/>
              <a:rect l="textAreaLeft" t="textAreaTop" r="textAreaRight" b="textAreaBottom"/>
              <a:pathLst>
                <a:path w="7089" h="9750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00800" rIns="100800" bIns="1008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612" name="Google Shape;1163;p41"/>
          <p:cNvSpPr/>
          <p:nvPr/>
        </p:nvSpPr>
        <p:spPr>
          <a:xfrm>
            <a:off x="5842800" y="4822560"/>
            <a:ext cx="402480" cy="401400"/>
          </a:xfrm>
          <a:custGeom>
            <a:avLst/>
            <a:gdLst>
              <a:gd name="textAreaLeft" fmla="*/ 0 w 402480"/>
              <a:gd name="textAreaRight" fmla="*/ 405000 w 402480"/>
              <a:gd name="textAreaTop" fmla="*/ 0 h 401400"/>
              <a:gd name="textAreaBottom" fmla="*/ 403920 h 401400"/>
            </a:gdLst>
            <a:ahLst/>
            <a:cxnLst/>
            <a:rect l="textAreaLeft" t="textAreaTop" r="textAreaRight" b="textAreaBottom"/>
            <a:pathLst>
              <a:path w="12697" h="12666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613" name="Google Shape;1164;p41"/>
          <p:cNvGrpSpPr/>
          <p:nvPr/>
        </p:nvGrpSpPr>
        <p:grpSpPr>
          <a:xfrm>
            <a:off x="6584760" y="3468960"/>
            <a:ext cx="403200" cy="402480"/>
            <a:chOff x="6584760" y="3468960"/>
            <a:chExt cx="403200" cy="402480"/>
          </a:xfrm>
        </p:grpSpPr>
        <p:sp>
          <p:nvSpPr>
            <p:cNvPr id="614" name="Google Shape;1165;p41"/>
            <p:cNvSpPr/>
            <p:nvPr/>
          </p:nvSpPr>
          <p:spPr>
            <a:xfrm>
              <a:off x="6790680" y="3468960"/>
              <a:ext cx="78840" cy="85680"/>
            </a:xfrm>
            <a:custGeom>
              <a:avLst/>
              <a:gdLst>
                <a:gd name="textAreaLeft" fmla="*/ 0 w 78840"/>
                <a:gd name="textAreaRight" fmla="*/ 81360 w 78840"/>
                <a:gd name="textAreaTop" fmla="*/ 0 h 85680"/>
                <a:gd name="textAreaBottom" fmla="*/ 88200 h 85680"/>
              </a:gdLst>
              <a:ahLst/>
              <a:cxnLst/>
              <a:rect l="textAreaLeft" t="textAreaTop" r="textAreaRight" b="textAreaBottom"/>
              <a:pathLst>
                <a:path w="2553" h="2766">
                  <a:moveTo>
                    <a:pt x="1261" y="1"/>
                  </a:moveTo>
                  <a:cubicBezTo>
                    <a:pt x="1009" y="1"/>
                    <a:pt x="851" y="221"/>
                    <a:pt x="851" y="410"/>
                  </a:cubicBezTo>
                  <a:lnTo>
                    <a:pt x="851" y="1355"/>
                  </a:lnTo>
                  <a:lnTo>
                    <a:pt x="725" y="1229"/>
                  </a:lnTo>
                  <a:cubicBezTo>
                    <a:pt x="646" y="1151"/>
                    <a:pt x="544" y="1111"/>
                    <a:pt x="442" y="1111"/>
                  </a:cubicBezTo>
                  <a:cubicBezTo>
                    <a:pt x="339" y="1111"/>
                    <a:pt x="237" y="1151"/>
                    <a:pt x="158" y="1229"/>
                  </a:cubicBezTo>
                  <a:cubicBezTo>
                    <a:pt x="1" y="1387"/>
                    <a:pt x="1" y="1670"/>
                    <a:pt x="158" y="1828"/>
                  </a:cubicBezTo>
                  <a:lnTo>
                    <a:pt x="977" y="2647"/>
                  </a:lnTo>
                  <a:cubicBezTo>
                    <a:pt x="1056" y="2726"/>
                    <a:pt x="1166" y="2765"/>
                    <a:pt x="1277" y="2765"/>
                  </a:cubicBezTo>
                  <a:cubicBezTo>
                    <a:pt x="1387" y="2765"/>
                    <a:pt x="1497" y="2726"/>
                    <a:pt x="1576" y="2647"/>
                  </a:cubicBezTo>
                  <a:lnTo>
                    <a:pt x="2395" y="1828"/>
                  </a:lnTo>
                  <a:cubicBezTo>
                    <a:pt x="2553" y="1670"/>
                    <a:pt x="2553" y="1387"/>
                    <a:pt x="2395" y="1229"/>
                  </a:cubicBezTo>
                  <a:cubicBezTo>
                    <a:pt x="2316" y="1151"/>
                    <a:pt x="2206" y="1111"/>
                    <a:pt x="2096" y="1111"/>
                  </a:cubicBezTo>
                  <a:cubicBezTo>
                    <a:pt x="1985" y="1111"/>
                    <a:pt x="1875" y="1151"/>
                    <a:pt x="1796" y="1229"/>
                  </a:cubicBezTo>
                  <a:lnTo>
                    <a:pt x="1670" y="1355"/>
                  </a:lnTo>
                  <a:lnTo>
                    <a:pt x="1670" y="410"/>
                  </a:lnTo>
                  <a:cubicBezTo>
                    <a:pt x="1670" y="221"/>
                    <a:pt x="1481" y="1"/>
                    <a:pt x="1261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43920" rIns="100800" bIns="439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5" name="Google Shape;1166;p41"/>
            <p:cNvSpPr/>
            <p:nvPr/>
          </p:nvSpPr>
          <p:spPr>
            <a:xfrm>
              <a:off x="6584760" y="3522240"/>
              <a:ext cx="403200" cy="349200"/>
            </a:xfrm>
            <a:custGeom>
              <a:avLst/>
              <a:gdLst>
                <a:gd name="textAreaLeft" fmla="*/ 0 w 403200"/>
                <a:gd name="textAreaRight" fmla="*/ 405720 w 403200"/>
                <a:gd name="textAreaTop" fmla="*/ 0 h 349200"/>
                <a:gd name="textAreaBottom" fmla="*/ 351720 h 349200"/>
              </a:gdLst>
              <a:ahLst/>
              <a:cxnLst/>
              <a:rect l="textAreaLeft" t="textAreaTop" r="textAreaRight" b="textAreaBottom"/>
              <a:pathLst>
                <a:path w="12728" h="11028">
                  <a:moveTo>
                    <a:pt x="5261" y="3560"/>
                  </a:moveTo>
                  <a:cubicBezTo>
                    <a:pt x="5513" y="3560"/>
                    <a:pt x="5671" y="3781"/>
                    <a:pt x="5671" y="4002"/>
                  </a:cubicBezTo>
                  <a:lnTo>
                    <a:pt x="5671" y="5671"/>
                  </a:lnTo>
                  <a:cubicBezTo>
                    <a:pt x="5671" y="5892"/>
                    <a:pt x="5450" y="6112"/>
                    <a:pt x="5261" y="6112"/>
                  </a:cubicBezTo>
                  <a:cubicBezTo>
                    <a:pt x="5072" y="6112"/>
                    <a:pt x="4820" y="5892"/>
                    <a:pt x="4820" y="5671"/>
                  </a:cubicBezTo>
                  <a:lnTo>
                    <a:pt x="4820" y="4002"/>
                  </a:lnTo>
                  <a:cubicBezTo>
                    <a:pt x="4820" y="3781"/>
                    <a:pt x="5041" y="3560"/>
                    <a:pt x="5261" y="3560"/>
                  </a:cubicBezTo>
                  <a:close/>
                  <a:moveTo>
                    <a:pt x="7719" y="3560"/>
                  </a:moveTo>
                  <a:cubicBezTo>
                    <a:pt x="7908" y="3560"/>
                    <a:pt x="8128" y="3781"/>
                    <a:pt x="8128" y="4002"/>
                  </a:cubicBezTo>
                  <a:lnTo>
                    <a:pt x="8128" y="5671"/>
                  </a:lnTo>
                  <a:cubicBezTo>
                    <a:pt x="8128" y="5892"/>
                    <a:pt x="7939" y="6112"/>
                    <a:pt x="7719" y="6112"/>
                  </a:cubicBezTo>
                  <a:cubicBezTo>
                    <a:pt x="7467" y="6112"/>
                    <a:pt x="7309" y="5892"/>
                    <a:pt x="7309" y="5671"/>
                  </a:cubicBezTo>
                  <a:lnTo>
                    <a:pt x="7309" y="4002"/>
                  </a:lnTo>
                  <a:cubicBezTo>
                    <a:pt x="7309" y="3781"/>
                    <a:pt x="7498" y="3560"/>
                    <a:pt x="7719" y="3560"/>
                  </a:cubicBezTo>
                  <a:close/>
                  <a:moveTo>
                    <a:pt x="10239" y="3560"/>
                  </a:moveTo>
                  <a:cubicBezTo>
                    <a:pt x="10460" y="3560"/>
                    <a:pt x="10617" y="3781"/>
                    <a:pt x="10617" y="4002"/>
                  </a:cubicBezTo>
                  <a:lnTo>
                    <a:pt x="10617" y="5671"/>
                  </a:lnTo>
                  <a:cubicBezTo>
                    <a:pt x="10617" y="5892"/>
                    <a:pt x="10428" y="6112"/>
                    <a:pt x="10239" y="6112"/>
                  </a:cubicBezTo>
                  <a:cubicBezTo>
                    <a:pt x="9987" y="6112"/>
                    <a:pt x="9798" y="5892"/>
                    <a:pt x="9798" y="5671"/>
                  </a:cubicBezTo>
                  <a:lnTo>
                    <a:pt x="9798" y="4002"/>
                  </a:lnTo>
                  <a:cubicBezTo>
                    <a:pt x="9798" y="3781"/>
                    <a:pt x="9987" y="3560"/>
                    <a:pt x="10239" y="3560"/>
                  </a:cubicBezTo>
                  <a:close/>
                  <a:moveTo>
                    <a:pt x="5230" y="9357"/>
                  </a:moveTo>
                  <a:cubicBezTo>
                    <a:pt x="5450" y="9357"/>
                    <a:pt x="5608" y="9578"/>
                    <a:pt x="5608" y="9767"/>
                  </a:cubicBezTo>
                  <a:cubicBezTo>
                    <a:pt x="5608" y="9987"/>
                    <a:pt x="5419" y="10208"/>
                    <a:pt x="5230" y="10208"/>
                  </a:cubicBezTo>
                  <a:cubicBezTo>
                    <a:pt x="5041" y="10208"/>
                    <a:pt x="4789" y="9987"/>
                    <a:pt x="4789" y="9767"/>
                  </a:cubicBezTo>
                  <a:cubicBezTo>
                    <a:pt x="4820" y="9578"/>
                    <a:pt x="5041" y="9357"/>
                    <a:pt x="5230" y="9357"/>
                  </a:cubicBezTo>
                  <a:close/>
                  <a:moveTo>
                    <a:pt x="9924" y="9357"/>
                  </a:moveTo>
                  <a:cubicBezTo>
                    <a:pt x="10145" y="9357"/>
                    <a:pt x="10302" y="9578"/>
                    <a:pt x="10302" y="9767"/>
                  </a:cubicBezTo>
                  <a:cubicBezTo>
                    <a:pt x="10302" y="9987"/>
                    <a:pt x="10113" y="10208"/>
                    <a:pt x="9924" y="10208"/>
                  </a:cubicBezTo>
                  <a:cubicBezTo>
                    <a:pt x="9704" y="10208"/>
                    <a:pt x="9515" y="9987"/>
                    <a:pt x="9515" y="9767"/>
                  </a:cubicBezTo>
                  <a:cubicBezTo>
                    <a:pt x="9515" y="9578"/>
                    <a:pt x="9704" y="9357"/>
                    <a:pt x="9924" y="9357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599"/>
                    <a:pt x="347" y="820"/>
                    <a:pt x="536" y="820"/>
                  </a:cubicBezTo>
                  <a:lnTo>
                    <a:pt x="2111" y="820"/>
                  </a:lnTo>
                  <a:cubicBezTo>
                    <a:pt x="2174" y="1103"/>
                    <a:pt x="3245" y="6711"/>
                    <a:pt x="3308" y="6994"/>
                  </a:cubicBezTo>
                  <a:cubicBezTo>
                    <a:pt x="2867" y="7184"/>
                    <a:pt x="2584" y="7625"/>
                    <a:pt x="2584" y="8097"/>
                  </a:cubicBezTo>
                  <a:cubicBezTo>
                    <a:pt x="2584" y="8759"/>
                    <a:pt x="3151" y="9326"/>
                    <a:pt x="3812" y="9326"/>
                  </a:cubicBezTo>
                  <a:lnTo>
                    <a:pt x="4001" y="9326"/>
                  </a:lnTo>
                  <a:cubicBezTo>
                    <a:pt x="3970" y="9452"/>
                    <a:pt x="3938" y="9609"/>
                    <a:pt x="3938" y="9767"/>
                  </a:cubicBezTo>
                  <a:cubicBezTo>
                    <a:pt x="3938" y="10429"/>
                    <a:pt x="4474" y="11027"/>
                    <a:pt x="5167" y="11027"/>
                  </a:cubicBezTo>
                  <a:cubicBezTo>
                    <a:pt x="5829" y="11027"/>
                    <a:pt x="6364" y="10460"/>
                    <a:pt x="6364" y="9767"/>
                  </a:cubicBezTo>
                  <a:cubicBezTo>
                    <a:pt x="6364" y="9609"/>
                    <a:pt x="6333" y="9483"/>
                    <a:pt x="6301" y="9326"/>
                  </a:cubicBezTo>
                  <a:lnTo>
                    <a:pt x="8664" y="9326"/>
                  </a:lnTo>
                  <a:cubicBezTo>
                    <a:pt x="8632" y="9452"/>
                    <a:pt x="8569" y="9609"/>
                    <a:pt x="8569" y="9767"/>
                  </a:cubicBezTo>
                  <a:cubicBezTo>
                    <a:pt x="8569" y="10429"/>
                    <a:pt x="9137" y="11027"/>
                    <a:pt x="9798" y="11027"/>
                  </a:cubicBezTo>
                  <a:cubicBezTo>
                    <a:pt x="10460" y="11027"/>
                    <a:pt x="11027" y="10460"/>
                    <a:pt x="11027" y="9767"/>
                  </a:cubicBezTo>
                  <a:cubicBezTo>
                    <a:pt x="11027" y="9609"/>
                    <a:pt x="10995" y="9483"/>
                    <a:pt x="10932" y="9357"/>
                  </a:cubicBezTo>
                  <a:lnTo>
                    <a:pt x="11562" y="9357"/>
                  </a:lnTo>
                  <a:cubicBezTo>
                    <a:pt x="11814" y="9357"/>
                    <a:pt x="12003" y="9168"/>
                    <a:pt x="12003" y="8979"/>
                  </a:cubicBezTo>
                  <a:cubicBezTo>
                    <a:pt x="12003" y="8727"/>
                    <a:pt x="11814" y="8538"/>
                    <a:pt x="11562" y="8538"/>
                  </a:cubicBezTo>
                  <a:lnTo>
                    <a:pt x="3749" y="8538"/>
                  </a:lnTo>
                  <a:cubicBezTo>
                    <a:pt x="3497" y="8538"/>
                    <a:pt x="3308" y="8349"/>
                    <a:pt x="3308" y="8160"/>
                  </a:cubicBezTo>
                  <a:cubicBezTo>
                    <a:pt x="3308" y="7940"/>
                    <a:pt x="3497" y="7719"/>
                    <a:pt x="3749" y="7719"/>
                  </a:cubicBezTo>
                  <a:lnTo>
                    <a:pt x="11468" y="7719"/>
                  </a:lnTo>
                  <a:cubicBezTo>
                    <a:pt x="11657" y="7719"/>
                    <a:pt x="11846" y="7562"/>
                    <a:pt x="11846" y="7373"/>
                  </a:cubicBezTo>
                  <a:lnTo>
                    <a:pt x="12665" y="2395"/>
                  </a:lnTo>
                  <a:cubicBezTo>
                    <a:pt x="12728" y="2143"/>
                    <a:pt x="12508" y="1922"/>
                    <a:pt x="12287" y="1922"/>
                  </a:cubicBezTo>
                  <a:lnTo>
                    <a:pt x="3056" y="1922"/>
                  </a:lnTo>
                  <a:lnTo>
                    <a:pt x="2741" y="347"/>
                  </a:lnTo>
                  <a:cubicBezTo>
                    <a:pt x="2710" y="158"/>
                    <a:pt x="2552" y="0"/>
                    <a:pt x="236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00800" rIns="100800" bIns="1008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616" name="Google Shape;1167;p41"/>
          <p:cNvGrpSpPr/>
          <p:nvPr/>
        </p:nvGrpSpPr>
        <p:grpSpPr>
          <a:xfrm>
            <a:off x="3790800" y="2126880"/>
            <a:ext cx="384120" cy="380520"/>
            <a:chOff x="3790800" y="2126880"/>
            <a:chExt cx="384120" cy="380520"/>
          </a:xfrm>
        </p:grpSpPr>
        <p:sp>
          <p:nvSpPr>
            <p:cNvPr id="617" name="Google Shape;1168;p41"/>
            <p:cNvSpPr/>
            <p:nvPr/>
          </p:nvSpPr>
          <p:spPr>
            <a:xfrm>
              <a:off x="3813480" y="2126880"/>
              <a:ext cx="268560" cy="380520"/>
            </a:xfrm>
            <a:custGeom>
              <a:avLst/>
              <a:gdLst>
                <a:gd name="textAreaLeft" fmla="*/ 0 w 268560"/>
                <a:gd name="textAreaRight" fmla="*/ 271080 w 268560"/>
                <a:gd name="textAreaTop" fmla="*/ 0 h 380520"/>
                <a:gd name="textAreaBottom" fmla="*/ 383040 h 380520"/>
              </a:gdLst>
              <a:ahLst/>
              <a:cxnLst/>
              <a:rect l="textAreaLeft" t="textAreaTop" r="textAreaRight" b="textAreaBottom"/>
              <a:pathLst>
                <a:path w="8318" h="11753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00800" rIns="100800" bIns="1008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8" name="Google Shape;1169;p41"/>
            <p:cNvSpPr/>
            <p:nvPr/>
          </p:nvSpPr>
          <p:spPr>
            <a:xfrm>
              <a:off x="4102560" y="2216160"/>
              <a:ext cx="72360" cy="70560"/>
            </a:xfrm>
            <a:custGeom>
              <a:avLst/>
              <a:gdLst>
                <a:gd name="textAreaLeft" fmla="*/ 0 w 72360"/>
                <a:gd name="textAreaRight" fmla="*/ 74880 w 72360"/>
                <a:gd name="textAreaTop" fmla="*/ 0 h 70560"/>
                <a:gd name="textAreaBottom" fmla="*/ 73080 h 70560"/>
              </a:gdLst>
              <a:ahLst/>
              <a:cxnLst/>
              <a:rect l="textAreaLeft" t="textAreaTop" r="textAreaRight" b="textAreaBottom"/>
              <a:pathLst>
                <a:path w="2301" h="2238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36360" rIns="100800" bIns="363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9" name="Google Shape;1170;p41"/>
            <p:cNvSpPr/>
            <p:nvPr/>
          </p:nvSpPr>
          <p:spPr>
            <a:xfrm>
              <a:off x="3975480" y="2356920"/>
              <a:ext cx="57960" cy="56160"/>
            </a:xfrm>
            <a:custGeom>
              <a:avLst/>
              <a:gdLst>
                <a:gd name="textAreaLeft" fmla="*/ 0 w 57960"/>
                <a:gd name="textAreaRight" fmla="*/ 60480 w 57960"/>
                <a:gd name="textAreaTop" fmla="*/ 0 h 56160"/>
                <a:gd name="textAreaBottom" fmla="*/ 58680 h 56160"/>
              </a:gdLst>
              <a:ahLst/>
              <a:cxnLst/>
              <a:rect l="textAreaLeft" t="textAreaTop" r="textAreaRight" b="textAreaBottom"/>
              <a:pathLst>
                <a:path w="1855" h="1801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29160" rIns="100800" bIns="29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0" name="Google Shape;1171;p41"/>
            <p:cNvSpPr/>
            <p:nvPr/>
          </p:nvSpPr>
          <p:spPr>
            <a:xfrm>
              <a:off x="4007160" y="2258280"/>
              <a:ext cx="124920" cy="124920"/>
            </a:xfrm>
            <a:custGeom>
              <a:avLst/>
              <a:gdLst>
                <a:gd name="textAreaLeft" fmla="*/ 0 w 124920"/>
                <a:gd name="textAreaRight" fmla="*/ 127440 w 124920"/>
                <a:gd name="textAreaTop" fmla="*/ 0 h 124920"/>
                <a:gd name="textAreaBottom" fmla="*/ 127440 h 124920"/>
              </a:gdLst>
              <a:ahLst/>
              <a:cxnLst/>
              <a:rect l="textAreaLeft" t="textAreaTop" r="textAreaRight" b="textAreaBottom"/>
              <a:pathLst>
                <a:path w="3908" h="3908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63720" rIns="100800" bIns="637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1" name="Google Shape;1172;p41"/>
            <p:cNvSpPr/>
            <p:nvPr/>
          </p:nvSpPr>
          <p:spPr>
            <a:xfrm>
              <a:off x="4017600" y="2132280"/>
              <a:ext cx="59040" cy="59040"/>
            </a:xfrm>
            <a:custGeom>
              <a:avLst/>
              <a:gdLst>
                <a:gd name="textAreaLeft" fmla="*/ 0 w 59040"/>
                <a:gd name="textAreaRight" fmla="*/ 61560 w 59040"/>
                <a:gd name="textAreaTop" fmla="*/ 0 h 59040"/>
                <a:gd name="textAreaBottom" fmla="*/ 61560 h 59040"/>
              </a:gdLst>
              <a:ahLst/>
              <a:cxnLst/>
              <a:rect l="textAreaLeft" t="textAreaTop" r="textAreaRight" b="textAreaBottom"/>
              <a:pathLst>
                <a:path w="1891" h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30600" rIns="100800" bIns="306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2" name="Google Shape;1173;p41"/>
            <p:cNvSpPr/>
            <p:nvPr/>
          </p:nvSpPr>
          <p:spPr>
            <a:xfrm>
              <a:off x="3790800" y="2465640"/>
              <a:ext cx="214200" cy="41760"/>
            </a:xfrm>
            <a:custGeom>
              <a:avLst/>
              <a:gdLst>
                <a:gd name="textAreaLeft" fmla="*/ 0 w 214200"/>
                <a:gd name="textAreaRight" fmla="*/ 216720 w 214200"/>
                <a:gd name="textAreaTop" fmla="*/ 0 h 41760"/>
                <a:gd name="textAreaBottom" fmla="*/ 44280 h 41760"/>
              </a:gdLst>
              <a:ahLst/>
              <a:cxnLst/>
              <a:rect l="textAreaLeft" t="textAreaTop" r="textAreaRight" b="textAreaBottom"/>
              <a:pathLst>
                <a:path w="6649" h="1356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21960" rIns="100800" bIns="219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623" name="Google Shape;1174;p41"/>
          <p:cNvGrpSpPr/>
          <p:nvPr/>
        </p:nvGrpSpPr>
        <p:grpSpPr>
          <a:xfrm>
            <a:off x="3100320" y="3479040"/>
            <a:ext cx="382680" cy="382320"/>
            <a:chOff x="3100320" y="3479040"/>
            <a:chExt cx="382680" cy="382320"/>
          </a:xfrm>
        </p:grpSpPr>
        <p:sp>
          <p:nvSpPr>
            <p:cNvPr id="624" name="Google Shape;1175;p41"/>
            <p:cNvSpPr/>
            <p:nvPr/>
          </p:nvSpPr>
          <p:spPr>
            <a:xfrm>
              <a:off x="3167280" y="3592080"/>
              <a:ext cx="20160" cy="110520"/>
            </a:xfrm>
            <a:custGeom>
              <a:avLst/>
              <a:gdLst>
                <a:gd name="textAreaLeft" fmla="*/ 0 w 20160"/>
                <a:gd name="textAreaRight" fmla="*/ 22680 w 20160"/>
                <a:gd name="textAreaTop" fmla="*/ 0 h 110520"/>
                <a:gd name="textAreaBottom" fmla="*/ 113040 h 110520"/>
              </a:gdLst>
              <a:ahLst/>
              <a:cxnLst/>
              <a:rect l="textAreaLeft" t="textAreaTop" r="textAreaRight" b="textAreaBottom"/>
              <a:pathLst>
                <a:path w="694" h="3467">
                  <a:moveTo>
                    <a:pt x="0" y="1"/>
                  </a:moveTo>
                  <a:lnTo>
                    <a:pt x="0" y="3466"/>
                  </a:lnTo>
                  <a:lnTo>
                    <a:pt x="694" y="3466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56520" rIns="100800" bIns="565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5" name="Google Shape;1176;p41"/>
            <p:cNvSpPr/>
            <p:nvPr/>
          </p:nvSpPr>
          <p:spPr>
            <a:xfrm>
              <a:off x="3394800" y="3592080"/>
              <a:ext cx="21240" cy="110520"/>
            </a:xfrm>
            <a:custGeom>
              <a:avLst/>
              <a:gdLst>
                <a:gd name="textAreaLeft" fmla="*/ 0 w 21240"/>
                <a:gd name="textAreaRight" fmla="*/ 23760 w 21240"/>
                <a:gd name="textAreaTop" fmla="*/ 0 h 110520"/>
                <a:gd name="textAreaBottom" fmla="*/ 113040 h 110520"/>
              </a:gdLst>
              <a:ahLst/>
              <a:cxnLst/>
              <a:rect l="textAreaLeft" t="textAreaTop" r="textAreaRight" b="textAreaBottom"/>
              <a:pathLst>
                <a:path w="726" h="3467">
                  <a:moveTo>
                    <a:pt x="1" y="1"/>
                  </a:moveTo>
                  <a:lnTo>
                    <a:pt x="1" y="3466"/>
                  </a:lnTo>
                  <a:lnTo>
                    <a:pt x="725" y="3466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56520" rIns="100800" bIns="565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6" name="Google Shape;1177;p41"/>
            <p:cNvSpPr/>
            <p:nvPr/>
          </p:nvSpPr>
          <p:spPr>
            <a:xfrm>
              <a:off x="3167280" y="3727440"/>
              <a:ext cx="20160" cy="132840"/>
            </a:xfrm>
            <a:custGeom>
              <a:avLst/>
              <a:gdLst>
                <a:gd name="textAreaLeft" fmla="*/ 0 w 20160"/>
                <a:gd name="textAreaRight" fmla="*/ 22680 w 20160"/>
                <a:gd name="textAreaTop" fmla="*/ 0 h 132840"/>
                <a:gd name="textAreaBottom" fmla="*/ 135360 h 132840"/>
              </a:gdLst>
              <a:ahLst/>
              <a:cxnLst/>
              <a:rect l="textAreaLeft" t="textAreaTop" r="textAreaRight" b="textAreaBottom"/>
              <a:pathLst>
                <a:path w="694" h="4160">
                  <a:moveTo>
                    <a:pt x="0" y="0"/>
                  </a:moveTo>
                  <a:lnTo>
                    <a:pt x="0" y="4159"/>
                  </a:lnTo>
                  <a:lnTo>
                    <a:pt x="694" y="4159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67680" rIns="100800" bIns="6768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7" name="Google Shape;1178;p41"/>
            <p:cNvSpPr/>
            <p:nvPr/>
          </p:nvSpPr>
          <p:spPr>
            <a:xfrm>
              <a:off x="3394800" y="3727440"/>
              <a:ext cx="21240" cy="132840"/>
            </a:xfrm>
            <a:custGeom>
              <a:avLst/>
              <a:gdLst>
                <a:gd name="textAreaLeft" fmla="*/ 0 w 21240"/>
                <a:gd name="textAreaRight" fmla="*/ 23760 w 21240"/>
                <a:gd name="textAreaTop" fmla="*/ 0 h 132840"/>
                <a:gd name="textAreaBottom" fmla="*/ 135360 h 132840"/>
              </a:gdLst>
              <a:ahLst/>
              <a:cxnLst/>
              <a:rect l="textAreaLeft" t="textAreaTop" r="textAreaRight" b="textAreaBottom"/>
              <a:pathLst>
                <a:path w="726" h="4160">
                  <a:moveTo>
                    <a:pt x="1" y="0"/>
                  </a:moveTo>
                  <a:lnTo>
                    <a:pt x="1" y="4159"/>
                  </a:lnTo>
                  <a:lnTo>
                    <a:pt x="725" y="4159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67680" rIns="100800" bIns="6768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8" name="Google Shape;1179;p41"/>
            <p:cNvSpPr/>
            <p:nvPr/>
          </p:nvSpPr>
          <p:spPr>
            <a:xfrm>
              <a:off x="3100320" y="3592080"/>
              <a:ext cx="42840" cy="110520"/>
            </a:xfrm>
            <a:custGeom>
              <a:avLst/>
              <a:gdLst>
                <a:gd name="textAreaLeft" fmla="*/ 0 w 42840"/>
                <a:gd name="textAreaRight" fmla="*/ 45360 w 42840"/>
                <a:gd name="textAreaTop" fmla="*/ 0 h 110520"/>
                <a:gd name="textAreaBottom" fmla="*/ 113040 h 110520"/>
              </a:gdLst>
              <a:ahLst/>
              <a:cxnLst/>
              <a:rect l="textAreaLeft" t="textAreaTop" r="textAreaRight" b="textAreaBottom"/>
              <a:pathLst>
                <a:path w="1387" h="3467">
                  <a:moveTo>
                    <a:pt x="1009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2049"/>
                  </a:lnTo>
                  <a:cubicBezTo>
                    <a:pt x="1" y="2427"/>
                    <a:pt x="158" y="2773"/>
                    <a:pt x="442" y="3025"/>
                  </a:cubicBezTo>
                  <a:cubicBezTo>
                    <a:pt x="662" y="3340"/>
                    <a:pt x="1009" y="3466"/>
                    <a:pt x="1387" y="3466"/>
                  </a:cubicBezTo>
                  <a:lnTo>
                    <a:pt x="1387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56520" rIns="100800" bIns="565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29" name="Google Shape;1180;p41"/>
            <p:cNvSpPr/>
            <p:nvPr/>
          </p:nvSpPr>
          <p:spPr>
            <a:xfrm>
              <a:off x="3213360" y="3592080"/>
              <a:ext cx="156600" cy="110520"/>
            </a:xfrm>
            <a:custGeom>
              <a:avLst/>
              <a:gdLst>
                <a:gd name="textAreaLeft" fmla="*/ 0 w 156600"/>
                <a:gd name="textAreaRight" fmla="*/ 159120 w 156600"/>
                <a:gd name="textAreaTop" fmla="*/ 0 h 110520"/>
                <a:gd name="textAreaBottom" fmla="*/ 113040 h 110520"/>
              </a:gdLst>
              <a:ahLst/>
              <a:cxnLst/>
              <a:rect l="textAreaLeft" t="textAreaTop" r="textAreaRight" b="textAreaBottom"/>
              <a:pathLst>
                <a:path w="4884" h="3467">
                  <a:moveTo>
                    <a:pt x="0" y="1"/>
                  </a:moveTo>
                  <a:lnTo>
                    <a:pt x="0" y="3466"/>
                  </a:lnTo>
                  <a:lnTo>
                    <a:pt x="4883" y="3466"/>
                  </a:lnTo>
                  <a:lnTo>
                    <a:pt x="4883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56520" rIns="100800" bIns="565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0" name="Google Shape;1181;p41"/>
            <p:cNvSpPr/>
            <p:nvPr/>
          </p:nvSpPr>
          <p:spPr>
            <a:xfrm>
              <a:off x="3440160" y="3710880"/>
              <a:ext cx="42840" cy="150480"/>
            </a:xfrm>
            <a:custGeom>
              <a:avLst/>
              <a:gdLst>
                <a:gd name="textAreaLeft" fmla="*/ 0 w 42840"/>
                <a:gd name="textAreaRight" fmla="*/ 45360 w 42840"/>
                <a:gd name="textAreaTop" fmla="*/ 0 h 150480"/>
                <a:gd name="textAreaBottom" fmla="*/ 153000 h 150480"/>
              </a:gdLst>
              <a:ahLst/>
              <a:cxnLst/>
              <a:rect l="textAreaLeft" t="textAreaTop" r="textAreaRight" b="textAreaBottom"/>
              <a:pathLst>
                <a:path w="1388" h="4695">
                  <a:moveTo>
                    <a:pt x="1387" y="0"/>
                  </a:moveTo>
                  <a:cubicBezTo>
                    <a:pt x="977" y="315"/>
                    <a:pt x="505" y="504"/>
                    <a:pt x="1" y="504"/>
                  </a:cubicBezTo>
                  <a:lnTo>
                    <a:pt x="1" y="4695"/>
                  </a:lnTo>
                  <a:lnTo>
                    <a:pt x="347" y="4695"/>
                  </a:lnTo>
                  <a:cubicBezTo>
                    <a:pt x="946" y="4695"/>
                    <a:pt x="1387" y="4222"/>
                    <a:pt x="1387" y="3655"/>
                  </a:cubicBezTo>
                  <a:lnTo>
                    <a:pt x="138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76320" rIns="100800" bIns="763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1" name="Google Shape;1182;p41"/>
            <p:cNvSpPr/>
            <p:nvPr/>
          </p:nvSpPr>
          <p:spPr>
            <a:xfrm>
              <a:off x="3100320" y="3710880"/>
              <a:ext cx="42840" cy="149400"/>
            </a:xfrm>
            <a:custGeom>
              <a:avLst/>
              <a:gdLst>
                <a:gd name="textAreaLeft" fmla="*/ 0 w 42840"/>
                <a:gd name="textAreaRight" fmla="*/ 45360 w 42840"/>
                <a:gd name="textAreaTop" fmla="*/ 0 h 149400"/>
                <a:gd name="textAreaBottom" fmla="*/ 151920 h 149400"/>
              </a:gdLst>
              <a:ahLst/>
              <a:cxnLst/>
              <a:rect l="textAreaLeft" t="textAreaTop" r="textAreaRight" b="textAreaBottom"/>
              <a:pathLst>
                <a:path w="1387" h="4664">
                  <a:moveTo>
                    <a:pt x="1" y="0"/>
                  </a:moveTo>
                  <a:lnTo>
                    <a:pt x="1" y="3655"/>
                  </a:lnTo>
                  <a:cubicBezTo>
                    <a:pt x="1" y="4222"/>
                    <a:pt x="442" y="4663"/>
                    <a:pt x="1009" y="4663"/>
                  </a:cubicBezTo>
                  <a:lnTo>
                    <a:pt x="1387" y="4663"/>
                  </a:lnTo>
                  <a:lnTo>
                    <a:pt x="1387" y="504"/>
                  </a:lnTo>
                  <a:cubicBezTo>
                    <a:pt x="851" y="504"/>
                    <a:pt x="379" y="31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75960" rIns="100800" bIns="759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2" name="Google Shape;1183;p41"/>
            <p:cNvSpPr/>
            <p:nvPr/>
          </p:nvSpPr>
          <p:spPr>
            <a:xfrm>
              <a:off x="3281040" y="3727440"/>
              <a:ext cx="20160" cy="21240"/>
            </a:xfrm>
            <a:custGeom>
              <a:avLst/>
              <a:gdLst>
                <a:gd name="textAreaLeft" fmla="*/ 0 w 20160"/>
                <a:gd name="textAreaRight" fmla="*/ 22680 w 20160"/>
                <a:gd name="textAreaTop" fmla="*/ 0 h 21240"/>
                <a:gd name="textAreaBottom" fmla="*/ 23760 h 21240"/>
              </a:gdLst>
              <a:ahLst/>
              <a:cxnLst/>
              <a:rect l="textAreaLeft" t="textAreaTop" r="textAreaRight" b="textAreaBottom"/>
              <a:pathLst>
                <a:path w="694" h="726">
                  <a:moveTo>
                    <a:pt x="1" y="0"/>
                  </a:moveTo>
                  <a:lnTo>
                    <a:pt x="1" y="347"/>
                  </a:ln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694" y="568"/>
                    <a:pt x="694" y="347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1880" rIns="100800" bIns="1188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3" name="Google Shape;1184;p41"/>
            <p:cNvSpPr/>
            <p:nvPr/>
          </p:nvSpPr>
          <p:spPr>
            <a:xfrm>
              <a:off x="3440160" y="3592080"/>
              <a:ext cx="42840" cy="110520"/>
            </a:xfrm>
            <a:custGeom>
              <a:avLst/>
              <a:gdLst>
                <a:gd name="textAreaLeft" fmla="*/ 0 w 42840"/>
                <a:gd name="textAreaRight" fmla="*/ 45360 w 42840"/>
                <a:gd name="textAreaTop" fmla="*/ 0 h 110520"/>
                <a:gd name="textAreaBottom" fmla="*/ 113040 h 110520"/>
              </a:gdLst>
              <a:ahLst/>
              <a:cxnLst/>
              <a:rect l="textAreaLeft" t="textAreaTop" r="textAreaRight" b="textAreaBottom"/>
              <a:pathLst>
                <a:path w="1388" h="3467">
                  <a:moveTo>
                    <a:pt x="1" y="1"/>
                  </a:moveTo>
                  <a:lnTo>
                    <a:pt x="1" y="3466"/>
                  </a:lnTo>
                  <a:cubicBezTo>
                    <a:pt x="347" y="3466"/>
                    <a:pt x="662" y="3340"/>
                    <a:pt x="946" y="3088"/>
                  </a:cubicBezTo>
                  <a:cubicBezTo>
                    <a:pt x="1229" y="2836"/>
                    <a:pt x="1387" y="2458"/>
                    <a:pt x="1387" y="2080"/>
                  </a:cubicBezTo>
                  <a:lnTo>
                    <a:pt x="1387" y="1040"/>
                  </a:lnTo>
                  <a:cubicBezTo>
                    <a:pt x="1387" y="442"/>
                    <a:pt x="914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56520" rIns="100800" bIns="565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4" name="Google Shape;1185;p41"/>
            <p:cNvSpPr/>
            <p:nvPr/>
          </p:nvSpPr>
          <p:spPr>
            <a:xfrm>
              <a:off x="3213360" y="3727440"/>
              <a:ext cx="156600" cy="132840"/>
            </a:xfrm>
            <a:custGeom>
              <a:avLst/>
              <a:gdLst>
                <a:gd name="textAreaLeft" fmla="*/ 0 w 156600"/>
                <a:gd name="textAreaRight" fmla="*/ 159120 w 156600"/>
                <a:gd name="textAreaTop" fmla="*/ 0 h 132840"/>
                <a:gd name="textAreaBottom" fmla="*/ 135360 h 132840"/>
              </a:gdLst>
              <a:ahLst/>
              <a:cxnLst/>
              <a:rect l="textAreaLeft" t="textAreaTop" r="textAreaRight" b="textAreaBottom"/>
              <a:pathLst>
                <a:path w="4884" h="4160">
                  <a:moveTo>
                    <a:pt x="0" y="0"/>
                  </a:moveTo>
                  <a:lnTo>
                    <a:pt x="0" y="4159"/>
                  </a:lnTo>
                  <a:lnTo>
                    <a:pt x="4883" y="4159"/>
                  </a:lnTo>
                  <a:lnTo>
                    <a:pt x="4883" y="0"/>
                  </a:lnTo>
                  <a:lnTo>
                    <a:pt x="3466" y="0"/>
                  </a:lnTo>
                  <a:lnTo>
                    <a:pt x="3466" y="347"/>
                  </a:lnTo>
                  <a:cubicBezTo>
                    <a:pt x="3466" y="946"/>
                    <a:pt x="2993" y="1387"/>
                    <a:pt x="2426" y="1387"/>
                  </a:cubicBezTo>
                  <a:cubicBezTo>
                    <a:pt x="1827" y="1387"/>
                    <a:pt x="1418" y="914"/>
                    <a:pt x="1418" y="347"/>
                  </a:cubicBezTo>
                  <a:lnTo>
                    <a:pt x="141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67680" rIns="100800" bIns="6768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5" name="Google Shape;1186;p41"/>
            <p:cNvSpPr/>
            <p:nvPr/>
          </p:nvSpPr>
          <p:spPr>
            <a:xfrm>
              <a:off x="3212280" y="3479040"/>
              <a:ext cx="156600" cy="87840"/>
            </a:xfrm>
            <a:custGeom>
              <a:avLst/>
              <a:gdLst>
                <a:gd name="textAreaLeft" fmla="*/ 0 w 156600"/>
                <a:gd name="textAreaRight" fmla="*/ 159120 w 156600"/>
                <a:gd name="textAreaTop" fmla="*/ 0 h 87840"/>
                <a:gd name="textAreaBottom" fmla="*/ 90360 h 87840"/>
              </a:gdLst>
              <a:ahLst/>
              <a:cxnLst/>
              <a:rect l="textAreaLeft" t="textAreaTop" r="textAreaRight" b="textAreaBottom"/>
              <a:pathLst>
                <a:path w="4884" h="2773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lnTo>
                    <a:pt x="1" y="2773"/>
                  </a:lnTo>
                  <a:lnTo>
                    <a:pt x="1355" y="2773"/>
                  </a:lnTo>
                  <a:lnTo>
                    <a:pt x="1355" y="2426"/>
                  </a:lnTo>
                  <a:cubicBezTo>
                    <a:pt x="1355" y="1828"/>
                    <a:pt x="1828" y="1418"/>
                    <a:pt x="2395" y="1418"/>
                  </a:cubicBezTo>
                  <a:cubicBezTo>
                    <a:pt x="2994" y="1418"/>
                    <a:pt x="3403" y="1891"/>
                    <a:pt x="3403" y="2426"/>
                  </a:cubicBezTo>
                  <a:lnTo>
                    <a:pt x="3403" y="2773"/>
                  </a:lnTo>
                  <a:lnTo>
                    <a:pt x="4884" y="2773"/>
                  </a:lnTo>
                  <a:lnTo>
                    <a:pt x="4884" y="2426"/>
                  </a:ln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45000" rIns="1008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636" name="Google Shape;1187;p41"/>
          <p:cNvGrpSpPr/>
          <p:nvPr/>
        </p:nvGrpSpPr>
        <p:grpSpPr>
          <a:xfrm>
            <a:off x="5852160" y="2161080"/>
            <a:ext cx="383760" cy="312480"/>
            <a:chOff x="5852160" y="2161080"/>
            <a:chExt cx="383760" cy="312480"/>
          </a:xfrm>
        </p:grpSpPr>
        <p:sp>
          <p:nvSpPr>
            <p:cNvPr id="637" name="Google Shape;1188;p41"/>
            <p:cNvSpPr/>
            <p:nvPr/>
          </p:nvSpPr>
          <p:spPr>
            <a:xfrm>
              <a:off x="6180840" y="2296440"/>
              <a:ext cx="55080" cy="21240"/>
            </a:xfrm>
            <a:custGeom>
              <a:avLst/>
              <a:gdLst>
                <a:gd name="textAreaLeft" fmla="*/ 0 w 55080"/>
                <a:gd name="textAreaRight" fmla="*/ 57600 w 55080"/>
                <a:gd name="textAreaTop" fmla="*/ 0 h 21240"/>
                <a:gd name="textAreaBottom" fmla="*/ 23760 h 21240"/>
              </a:gdLst>
              <a:ahLst/>
              <a:cxnLst/>
              <a:rect l="textAreaLeft" t="textAreaTop" r="textAreaRight" b="textAreaBottom"/>
              <a:pathLst>
                <a:path w="1766" h="725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419" y="725"/>
                  </a:lnTo>
                  <a:cubicBezTo>
                    <a:pt x="1608" y="725"/>
                    <a:pt x="1765" y="567"/>
                    <a:pt x="1765" y="378"/>
                  </a:cubicBezTo>
                  <a:cubicBezTo>
                    <a:pt x="1734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1880" rIns="100800" bIns="1188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8" name="Google Shape;1189;p41"/>
            <p:cNvSpPr/>
            <p:nvPr/>
          </p:nvSpPr>
          <p:spPr>
            <a:xfrm>
              <a:off x="6167520" y="2342520"/>
              <a:ext cx="45720" cy="41760"/>
            </a:xfrm>
            <a:custGeom>
              <a:avLst/>
              <a:gdLst>
                <a:gd name="textAreaLeft" fmla="*/ 0 w 45720"/>
                <a:gd name="textAreaRight" fmla="*/ 48240 w 45720"/>
                <a:gd name="textAreaTop" fmla="*/ 0 h 41760"/>
                <a:gd name="textAreaBottom" fmla="*/ 44280 h 41760"/>
              </a:gdLst>
              <a:ahLst/>
              <a:cxnLst/>
              <a:rect l="textAreaLeft" t="textAreaTop" r="textAreaRight" b="textAreaBottom"/>
              <a:pathLst>
                <a:path w="1482" h="1355">
                  <a:moveTo>
                    <a:pt x="394" y="0"/>
                  </a:moveTo>
                  <a:cubicBezTo>
                    <a:pt x="308" y="0"/>
                    <a:pt x="221" y="32"/>
                    <a:pt x="158" y="95"/>
                  </a:cubicBezTo>
                  <a:cubicBezTo>
                    <a:pt x="0" y="221"/>
                    <a:pt x="0" y="410"/>
                    <a:pt x="158" y="567"/>
                  </a:cubicBezTo>
                  <a:lnTo>
                    <a:pt x="882" y="1260"/>
                  </a:lnTo>
                  <a:cubicBezTo>
                    <a:pt x="945" y="1323"/>
                    <a:pt x="1032" y="1355"/>
                    <a:pt x="1119" y="1355"/>
                  </a:cubicBezTo>
                  <a:cubicBezTo>
                    <a:pt x="1205" y="1355"/>
                    <a:pt x="1292" y="1323"/>
                    <a:pt x="1355" y="1260"/>
                  </a:cubicBezTo>
                  <a:cubicBezTo>
                    <a:pt x="1481" y="1134"/>
                    <a:pt x="1481" y="914"/>
                    <a:pt x="1355" y="788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21960" rIns="100800" bIns="219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39" name="Google Shape;1190;p41"/>
            <p:cNvSpPr/>
            <p:nvPr/>
          </p:nvSpPr>
          <p:spPr>
            <a:xfrm>
              <a:off x="6169320" y="2228760"/>
              <a:ext cx="43560" cy="42480"/>
            </a:xfrm>
            <a:custGeom>
              <a:avLst/>
              <a:gdLst>
                <a:gd name="textAreaLeft" fmla="*/ 0 w 43560"/>
                <a:gd name="textAreaRight" fmla="*/ 46080 w 43560"/>
                <a:gd name="textAreaTop" fmla="*/ 0 h 42480"/>
                <a:gd name="textAreaBottom" fmla="*/ 45000 h 42480"/>
              </a:gdLst>
              <a:ahLst/>
              <a:cxnLst/>
              <a:rect l="textAreaLeft" t="textAreaTop" r="textAreaRight" b="textAreaBottom"/>
              <a:pathLst>
                <a:path w="1419" h="1380">
                  <a:moveTo>
                    <a:pt x="1056" y="1"/>
                  </a:moveTo>
                  <a:cubicBezTo>
                    <a:pt x="969" y="1"/>
                    <a:pt x="882" y="32"/>
                    <a:pt x="819" y="96"/>
                  </a:cubicBezTo>
                  <a:lnTo>
                    <a:pt x="95" y="789"/>
                  </a:lnTo>
                  <a:cubicBezTo>
                    <a:pt x="0" y="915"/>
                    <a:pt x="0" y="1135"/>
                    <a:pt x="95" y="1261"/>
                  </a:cubicBezTo>
                  <a:cubicBezTo>
                    <a:pt x="158" y="1340"/>
                    <a:pt x="252" y="1379"/>
                    <a:pt x="343" y="1379"/>
                  </a:cubicBezTo>
                  <a:cubicBezTo>
                    <a:pt x="434" y="1379"/>
                    <a:pt x="520" y="1340"/>
                    <a:pt x="567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6"/>
                  </a:cubicBezTo>
                  <a:cubicBezTo>
                    <a:pt x="1229" y="32"/>
                    <a:pt x="1142" y="1"/>
                    <a:pt x="1056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22320" rIns="100800" bIns="2232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0" name="Google Shape;1191;p41"/>
            <p:cNvSpPr/>
            <p:nvPr/>
          </p:nvSpPr>
          <p:spPr>
            <a:xfrm>
              <a:off x="5852160" y="2228760"/>
              <a:ext cx="135000" cy="133920"/>
            </a:xfrm>
            <a:custGeom>
              <a:avLst/>
              <a:gdLst>
                <a:gd name="textAreaLeft" fmla="*/ 0 w 135000"/>
                <a:gd name="textAreaRight" fmla="*/ 137520 w 135000"/>
                <a:gd name="textAreaTop" fmla="*/ 0 h 133920"/>
                <a:gd name="textAreaBottom" fmla="*/ 136440 h 133920"/>
              </a:gdLst>
              <a:ahLst/>
              <a:cxnLst/>
              <a:rect l="textAreaLeft" t="textAreaTop" r="textAreaRight" b="textAreaBottom"/>
              <a:pathLst>
                <a:path w="4222" h="4192">
                  <a:moveTo>
                    <a:pt x="2489" y="1"/>
                  </a:moveTo>
                  <a:cubicBezTo>
                    <a:pt x="2048" y="1"/>
                    <a:pt x="1639" y="285"/>
                    <a:pt x="1481" y="726"/>
                  </a:cubicBezTo>
                  <a:lnTo>
                    <a:pt x="1418" y="726"/>
                  </a:lnTo>
                  <a:cubicBezTo>
                    <a:pt x="662" y="726"/>
                    <a:pt x="0" y="1356"/>
                    <a:pt x="0" y="2080"/>
                  </a:cubicBezTo>
                  <a:cubicBezTo>
                    <a:pt x="0" y="2836"/>
                    <a:pt x="630" y="3467"/>
                    <a:pt x="1418" y="3467"/>
                  </a:cubicBezTo>
                  <a:lnTo>
                    <a:pt x="1481" y="3467"/>
                  </a:lnTo>
                  <a:cubicBezTo>
                    <a:pt x="1639" y="3845"/>
                    <a:pt x="2017" y="4191"/>
                    <a:pt x="2489" y="4191"/>
                  </a:cubicBezTo>
                  <a:lnTo>
                    <a:pt x="4222" y="4191"/>
                  </a:lnTo>
                  <a:lnTo>
                    <a:pt x="4222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68040" rIns="100800" bIns="6804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1" name="Google Shape;1192;p41"/>
            <p:cNvSpPr/>
            <p:nvPr/>
          </p:nvSpPr>
          <p:spPr>
            <a:xfrm>
              <a:off x="6099480" y="2161080"/>
              <a:ext cx="43560" cy="269640"/>
            </a:xfrm>
            <a:custGeom>
              <a:avLst/>
              <a:gdLst>
                <a:gd name="textAreaLeft" fmla="*/ 0 w 43560"/>
                <a:gd name="textAreaRight" fmla="*/ 46080 w 43560"/>
                <a:gd name="textAreaTop" fmla="*/ 0 h 269640"/>
                <a:gd name="textAreaBottom" fmla="*/ 272160 h 269640"/>
              </a:gdLst>
              <a:ahLst/>
              <a:cxnLst/>
              <a:rect l="textAreaLeft" t="textAreaTop" r="textAreaRight" b="textAreaBottom"/>
              <a:pathLst>
                <a:path w="1418" h="835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7625"/>
                  </a:lnTo>
                  <a:cubicBezTo>
                    <a:pt x="0" y="8034"/>
                    <a:pt x="315" y="8349"/>
                    <a:pt x="725" y="8349"/>
                  </a:cubicBezTo>
                  <a:cubicBezTo>
                    <a:pt x="1134" y="8286"/>
                    <a:pt x="1418" y="8003"/>
                    <a:pt x="1418" y="7625"/>
                  </a:cubicBezTo>
                  <a:lnTo>
                    <a:pt x="1418" y="694"/>
                  </a:ln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00800" rIns="100800" bIns="1008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2" name="Google Shape;1193;p41"/>
            <p:cNvSpPr/>
            <p:nvPr/>
          </p:nvSpPr>
          <p:spPr>
            <a:xfrm>
              <a:off x="5919840" y="2385720"/>
              <a:ext cx="64080" cy="87840"/>
            </a:xfrm>
            <a:custGeom>
              <a:avLst/>
              <a:gdLst>
                <a:gd name="textAreaLeft" fmla="*/ 0 w 64080"/>
                <a:gd name="textAreaRight" fmla="*/ 66600 w 64080"/>
                <a:gd name="textAreaTop" fmla="*/ 0 h 87840"/>
                <a:gd name="textAreaBottom" fmla="*/ 90360 h 87840"/>
              </a:gdLst>
              <a:ahLst/>
              <a:cxnLst/>
              <a:rect l="textAreaLeft" t="textAreaTop" r="textAreaRight" b="textAreaBottom"/>
              <a:pathLst>
                <a:path w="2049" h="2773">
                  <a:moveTo>
                    <a:pt x="1" y="0"/>
                  </a:moveTo>
                  <a:lnTo>
                    <a:pt x="1" y="1764"/>
                  </a:lnTo>
                  <a:cubicBezTo>
                    <a:pt x="1" y="2363"/>
                    <a:pt x="473" y="2773"/>
                    <a:pt x="1040" y="2773"/>
                  </a:cubicBezTo>
                  <a:cubicBezTo>
                    <a:pt x="1607" y="2773"/>
                    <a:pt x="2048" y="2300"/>
                    <a:pt x="2048" y="1764"/>
                  </a:cubicBezTo>
                  <a:lnTo>
                    <a:pt x="2048" y="32"/>
                  </a:lnTo>
                  <a:lnTo>
                    <a:pt x="316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45000" rIns="1008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3" name="Google Shape;1194;p41"/>
            <p:cNvSpPr/>
            <p:nvPr/>
          </p:nvSpPr>
          <p:spPr>
            <a:xfrm>
              <a:off x="6011280" y="2188800"/>
              <a:ext cx="65160" cy="210960"/>
            </a:xfrm>
            <a:custGeom>
              <a:avLst/>
              <a:gdLst>
                <a:gd name="textAreaLeft" fmla="*/ 0 w 65160"/>
                <a:gd name="textAreaRight" fmla="*/ 67680 w 65160"/>
                <a:gd name="textAreaTop" fmla="*/ 0 h 210960"/>
                <a:gd name="textAreaBottom" fmla="*/ 213480 h 210960"/>
              </a:gdLst>
              <a:ahLst/>
              <a:cxnLst/>
              <a:rect l="textAreaLeft" t="textAreaTop" r="textAreaRight" b="textAreaBottom"/>
              <a:pathLst>
                <a:path w="2080" h="6554">
                  <a:moveTo>
                    <a:pt x="2080" y="0"/>
                  </a:moveTo>
                  <a:lnTo>
                    <a:pt x="1765" y="315"/>
                  </a:lnTo>
                  <a:cubicBezTo>
                    <a:pt x="1292" y="788"/>
                    <a:pt x="662" y="1071"/>
                    <a:pt x="1" y="1166"/>
                  </a:cubicBezTo>
                  <a:lnTo>
                    <a:pt x="1" y="5419"/>
                  </a:lnTo>
                  <a:cubicBezTo>
                    <a:pt x="662" y="5482"/>
                    <a:pt x="1292" y="5766"/>
                    <a:pt x="1765" y="6238"/>
                  </a:cubicBezTo>
                  <a:lnTo>
                    <a:pt x="2080" y="6553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00800" tIns="100800" rIns="100800" bIns="1008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979" b="0" strike="noStrike" spc="-1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644" name="Google Shape;1195;p41"/>
          <p:cNvSpPr/>
          <p:nvPr/>
        </p:nvSpPr>
        <p:spPr>
          <a:xfrm>
            <a:off x="3780360" y="4821840"/>
            <a:ext cx="405360" cy="402840"/>
          </a:xfrm>
          <a:custGeom>
            <a:avLst/>
            <a:gdLst>
              <a:gd name="textAreaLeft" fmla="*/ 0 w 405360"/>
              <a:gd name="textAreaRight" fmla="*/ 407880 w 405360"/>
              <a:gd name="textAreaTop" fmla="*/ 0 h 402840"/>
              <a:gd name="textAreaBottom" fmla="*/ 405360 h 402840"/>
            </a:gdLst>
            <a:ahLst/>
            <a:cxnLst/>
            <a:rect l="textAreaLeft" t="textAreaTop" r="textAreaRight" b="textAreaBottom"/>
            <a:pathLst>
              <a:path w="12792" h="12713">
                <a:moveTo>
                  <a:pt x="8633" y="1229"/>
                </a:moveTo>
                <a:cubicBezTo>
                  <a:pt x="8854" y="1229"/>
                  <a:pt x="9011" y="1418"/>
                  <a:pt x="9011" y="1607"/>
                </a:cubicBezTo>
                <a:lnTo>
                  <a:pt x="9011" y="1890"/>
                </a:lnTo>
                <a:cubicBezTo>
                  <a:pt x="9484" y="2048"/>
                  <a:pt x="9831" y="2520"/>
                  <a:pt x="9831" y="3088"/>
                </a:cubicBezTo>
                <a:cubicBezTo>
                  <a:pt x="9831" y="3308"/>
                  <a:pt x="9641" y="3497"/>
                  <a:pt x="9452" y="3497"/>
                </a:cubicBezTo>
                <a:cubicBezTo>
                  <a:pt x="9200" y="3497"/>
                  <a:pt x="9011" y="3308"/>
                  <a:pt x="9011" y="3088"/>
                </a:cubicBezTo>
                <a:cubicBezTo>
                  <a:pt x="9011" y="2835"/>
                  <a:pt x="8822" y="2678"/>
                  <a:pt x="8633" y="2678"/>
                </a:cubicBezTo>
                <a:cubicBezTo>
                  <a:pt x="8413" y="2678"/>
                  <a:pt x="8192" y="2867"/>
                  <a:pt x="8192" y="3088"/>
                </a:cubicBezTo>
                <a:cubicBezTo>
                  <a:pt x="8224" y="3308"/>
                  <a:pt x="8570" y="3529"/>
                  <a:pt x="8885" y="3781"/>
                </a:cubicBezTo>
                <a:cubicBezTo>
                  <a:pt x="9326" y="4096"/>
                  <a:pt x="9894" y="4505"/>
                  <a:pt x="9894" y="5167"/>
                </a:cubicBezTo>
                <a:cubicBezTo>
                  <a:pt x="9894" y="5702"/>
                  <a:pt x="9515" y="6143"/>
                  <a:pt x="9043" y="6333"/>
                </a:cubicBezTo>
                <a:lnTo>
                  <a:pt x="9043" y="6616"/>
                </a:lnTo>
                <a:cubicBezTo>
                  <a:pt x="9043" y="6868"/>
                  <a:pt x="8854" y="7026"/>
                  <a:pt x="8665" y="7026"/>
                </a:cubicBezTo>
                <a:cubicBezTo>
                  <a:pt x="8476" y="7026"/>
                  <a:pt x="8224" y="6805"/>
                  <a:pt x="8224" y="6616"/>
                </a:cubicBezTo>
                <a:lnTo>
                  <a:pt x="8224" y="6333"/>
                </a:lnTo>
                <a:cubicBezTo>
                  <a:pt x="7751" y="6175"/>
                  <a:pt x="7405" y="5702"/>
                  <a:pt x="7405" y="5167"/>
                </a:cubicBezTo>
                <a:cubicBezTo>
                  <a:pt x="7405" y="4915"/>
                  <a:pt x="7594" y="4757"/>
                  <a:pt x="7783" y="4757"/>
                </a:cubicBezTo>
                <a:cubicBezTo>
                  <a:pt x="8003" y="4757"/>
                  <a:pt x="8192" y="4978"/>
                  <a:pt x="8192" y="5167"/>
                </a:cubicBezTo>
                <a:cubicBezTo>
                  <a:pt x="8192" y="5387"/>
                  <a:pt x="8381" y="5608"/>
                  <a:pt x="8633" y="5608"/>
                </a:cubicBezTo>
                <a:cubicBezTo>
                  <a:pt x="8854" y="5608"/>
                  <a:pt x="9011" y="5387"/>
                  <a:pt x="9011" y="5167"/>
                </a:cubicBezTo>
                <a:cubicBezTo>
                  <a:pt x="9011" y="4915"/>
                  <a:pt x="8696" y="4694"/>
                  <a:pt x="8350" y="4442"/>
                </a:cubicBezTo>
                <a:cubicBezTo>
                  <a:pt x="7909" y="4127"/>
                  <a:pt x="7373" y="3749"/>
                  <a:pt x="7373" y="3088"/>
                </a:cubicBezTo>
                <a:cubicBezTo>
                  <a:pt x="7373" y="2520"/>
                  <a:pt x="7720" y="2079"/>
                  <a:pt x="8192" y="1890"/>
                </a:cubicBezTo>
                <a:lnTo>
                  <a:pt x="8192" y="1607"/>
                </a:lnTo>
                <a:cubicBezTo>
                  <a:pt x="8192" y="1386"/>
                  <a:pt x="8381" y="1229"/>
                  <a:pt x="8633" y="1229"/>
                </a:cubicBezTo>
                <a:close/>
                <a:moveTo>
                  <a:pt x="6050" y="6616"/>
                </a:moveTo>
                <a:lnTo>
                  <a:pt x="5073" y="10239"/>
                </a:lnTo>
                <a:lnTo>
                  <a:pt x="4853" y="9388"/>
                </a:lnTo>
                <a:cubicBezTo>
                  <a:pt x="4793" y="9168"/>
                  <a:pt x="4617" y="9049"/>
                  <a:pt x="4433" y="9049"/>
                </a:cubicBezTo>
                <a:cubicBezTo>
                  <a:pt x="4328" y="9049"/>
                  <a:pt x="4220" y="9088"/>
                  <a:pt x="4128" y="9168"/>
                </a:cubicBezTo>
                <a:lnTo>
                  <a:pt x="1450" y="11846"/>
                </a:lnTo>
                <a:lnTo>
                  <a:pt x="852" y="11279"/>
                </a:lnTo>
                <a:lnTo>
                  <a:pt x="3530" y="8601"/>
                </a:lnTo>
                <a:cubicBezTo>
                  <a:pt x="3782" y="8349"/>
                  <a:pt x="3656" y="7939"/>
                  <a:pt x="3341" y="7876"/>
                </a:cubicBezTo>
                <a:lnTo>
                  <a:pt x="2490" y="7624"/>
                </a:lnTo>
                <a:lnTo>
                  <a:pt x="6050" y="6616"/>
                </a:lnTo>
                <a:close/>
                <a:moveTo>
                  <a:pt x="8665" y="0"/>
                </a:moveTo>
                <a:cubicBezTo>
                  <a:pt x="6365" y="0"/>
                  <a:pt x="4538" y="1859"/>
                  <a:pt x="4538" y="4127"/>
                </a:cubicBezTo>
                <a:cubicBezTo>
                  <a:pt x="4538" y="4852"/>
                  <a:pt x="4695" y="5513"/>
                  <a:pt x="5042" y="6112"/>
                </a:cubicBezTo>
                <a:lnTo>
                  <a:pt x="820" y="7341"/>
                </a:lnTo>
                <a:cubicBezTo>
                  <a:pt x="442" y="7435"/>
                  <a:pt x="442" y="8034"/>
                  <a:pt x="820" y="8128"/>
                </a:cubicBezTo>
                <a:lnTo>
                  <a:pt x="2490" y="8538"/>
                </a:lnTo>
                <a:lnTo>
                  <a:pt x="316" y="10712"/>
                </a:lnTo>
                <a:cubicBezTo>
                  <a:pt x="1" y="11027"/>
                  <a:pt x="1" y="11594"/>
                  <a:pt x="316" y="11909"/>
                </a:cubicBezTo>
                <a:lnTo>
                  <a:pt x="915" y="12476"/>
                </a:lnTo>
                <a:cubicBezTo>
                  <a:pt x="1072" y="12633"/>
                  <a:pt x="1285" y="12712"/>
                  <a:pt x="1497" y="12712"/>
                </a:cubicBezTo>
                <a:cubicBezTo>
                  <a:pt x="1710" y="12712"/>
                  <a:pt x="1923" y="12633"/>
                  <a:pt x="2080" y="12476"/>
                </a:cubicBezTo>
                <a:lnTo>
                  <a:pt x="4254" y="10334"/>
                </a:lnTo>
                <a:lnTo>
                  <a:pt x="4695" y="11972"/>
                </a:lnTo>
                <a:cubicBezTo>
                  <a:pt x="4759" y="12180"/>
                  <a:pt x="4930" y="12291"/>
                  <a:pt x="5098" y="12291"/>
                </a:cubicBezTo>
                <a:cubicBezTo>
                  <a:pt x="5261" y="12291"/>
                  <a:pt x="5421" y="12188"/>
                  <a:pt x="5483" y="11972"/>
                </a:cubicBezTo>
                <a:lnTo>
                  <a:pt x="6712" y="7750"/>
                </a:lnTo>
                <a:cubicBezTo>
                  <a:pt x="7279" y="8065"/>
                  <a:pt x="7972" y="8286"/>
                  <a:pt x="8665" y="8286"/>
                </a:cubicBezTo>
                <a:cubicBezTo>
                  <a:pt x="10965" y="8286"/>
                  <a:pt x="12792" y="6427"/>
                  <a:pt x="12792" y="4127"/>
                </a:cubicBezTo>
                <a:cubicBezTo>
                  <a:pt x="12760" y="1859"/>
                  <a:pt x="10902" y="0"/>
                  <a:pt x="866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0800" tIns="100800" rIns="100800" bIns="1008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979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28145</TotalTime>
  <Words>873</Words>
  <Application>Microsoft Office PowerPoint</Application>
  <PresentationFormat>自訂</PresentationFormat>
  <Paragraphs>237</Paragraphs>
  <Slides>8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DejaVu Sans</vt:lpstr>
      <vt:lpstr>Fira Sans</vt:lpstr>
      <vt:lpstr>微軟正黑體</vt:lpstr>
      <vt:lpstr>標楷體</vt:lpstr>
      <vt:lpstr>Arial</vt:lpstr>
      <vt:lpstr>Symbol</vt:lpstr>
      <vt:lpstr>Times New Roman</vt:lpstr>
      <vt:lpstr>Wingdings</vt:lpstr>
      <vt:lpstr>Office 佈景主題</vt:lpstr>
      <vt:lpstr>Gitlab 版控情境</vt:lpstr>
      <vt:lpstr>Gitlab 版控流程情境一</vt:lpstr>
      <vt:lpstr>Gitlab版控流程情境二</vt:lpstr>
      <vt:lpstr>Gitlab版控流程情境三</vt:lpstr>
      <vt:lpstr>Gitlab版控流程情境四</vt:lpstr>
      <vt:lpstr>Gitlab版控流程情境五</vt:lpstr>
      <vt:lpstr>Gitlab版控流程情境六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subject/>
  <dc:creator>user</dc:creator>
  <dc:description/>
  <cp:lastModifiedBy>吳宗樺</cp:lastModifiedBy>
  <cp:revision>742</cp:revision>
  <cp:lastPrinted>2021-10-04T02:16:34Z</cp:lastPrinted>
  <dcterms:created xsi:type="dcterms:W3CDTF">2020-09-24T07:39:29Z</dcterms:created>
  <dcterms:modified xsi:type="dcterms:W3CDTF">2025-10-01T03:55:01Z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35</vt:i4>
  </property>
  <property fmtid="{D5CDD505-2E9C-101B-9397-08002B2CF9AE}" pid="3" name="PresentationFormat">
    <vt:lpwstr>自訂</vt:lpwstr>
  </property>
  <property fmtid="{D5CDD505-2E9C-101B-9397-08002B2CF9AE}" pid="4" name="Slides">
    <vt:i4>96</vt:i4>
  </property>
</Properties>
</file>